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e3200/itai-2372-ai-portfolio/tree/mai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AI Applications Portfolio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Bryan Tzorin | ITAI 2372 | Spring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960120"/>
            <a:ext cx="3337560" cy="5074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325880"/>
            <a:ext cx="2788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</a:defRPr>
            </a:pPr>
            <a:r>
              <a:t>Emerging strengths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AI case study analysis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Industry-focused problem solving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Ethics and governance evaluation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Clear technical communication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</a:defRPr>
            </a:pPr>
            <a:r>
              <a:t>Portfolio focus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Finance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Media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Retail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Government and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51829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Portfolio built from course assignments, case studies, class notes, and presentations focused on practical AI use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32588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800600"/>
            <a:ext cx="132588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41448" y="49011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Ethics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4800600"/>
            <a:ext cx="13258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49011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Computer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4800600"/>
            <a:ext cx="132588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41848" y="49011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Course Highlights: Key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Selected assignments that show applied AI analysis and solution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44805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AI-Based Stock News Sentiment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328416" cy="396849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Built a finance-focused concept using NLP and sentiment analysis.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Tracked market tone for MSFT, NVDA, AAPL, META, and AMZN.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Connected AI insights to trading and investor decision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737360"/>
            <a:ext cx="3657600" cy="44805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9392" y="1737360"/>
            <a:ext cx="36576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79222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in Fraud Detection - Danske 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176272"/>
            <a:ext cx="3328416" cy="396849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Analyzed machine learning for anomaly detection and real-time fraud prevention.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Focused on accuracy gains, fewer false positives, and operational efficiency.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Evaluated data quality, fairness, privacy, and model maintenance challenges.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37360"/>
            <a:ext cx="3657600" cy="44805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737360"/>
            <a:ext cx="36576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7304" y="179222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Midterm: Abuse of AI in Social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176272"/>
            <a:ext cx="3328416" cy="396849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Studied recommendation systems, ad targeting, and AI-generated content.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Examined misinformation, manipulation, privacy, and mental health concerns.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Proposed safeguards such as transparency, regulation, and human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Course Highlights: Skills and Advanced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Projects and notes developed across multiple industries and AI use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486400" cy="4389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48640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Additional Portfolio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5157216" cy="387705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AI governance, identity management, and cloud security in public-sector systems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Facial recognition and computer vision in law enforcement and transportation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Amazon manufacturing workforce optimization and AGI in retail operations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Class notes on smart cities, media and entertainment, blockchain, and retail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965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Tools and concepts mastered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572000" cy="3291840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Natural language processing and sentiment analysis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Machine learning applications in finance, retail, and social platforms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AI ethics, bias, privacy, transparency, and governance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Computer vision, recommendation systems, and intelligent automation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Industry research, technical writing, and case study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Where these skills can be applied in business, public-sector, and technology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66160" cy="42976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6616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3794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Industries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236976" cy="378561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Finance and banking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Retail and e-commerce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Government and cloud security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Manufacturing and logistics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Media, transportation, and smart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66160" cy="42976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783080"/>
            <a:ext cx="3566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83794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Problems I can help tackle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21992"/>
            <a:ext cx="3236976" cy="378561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Fraud detection and risk scoring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Operational efficiency and workflow automation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Content moderation and AI ethics review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Identity and access governance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Decision support from large data 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566160" cy="42976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1856" y="1783080"/>
            <a:ext cx="35661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9016" y="183794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Professional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21992"/>
            <a:ext cx="3236976" cy="3785616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Translate AI ideas into business use cases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Evaluate benefits, risks, and implementation challenges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Communicate technical topics clearly to nontechnical audiences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Support responsible and practical AI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Professional portfolio summary for employers and internship opportunities.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675120" cy="2041585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GitHub portfolio link: </a:t>
            </a:r>
            <a:r>
              <a:rPr lang="en-US" dirty="0">
                <a:hlinkClick r:id="rId2"/>
              </a:rPr>
              <a:t>Bee3200/itai-2372-ai-portfolio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Contact: </a:t>
            </a:r>
            <a:r>
              <a:rPr lang="en-US" dirty="0"/>
              <a:t>Tzorin.bryan05@gmail.com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Course repository should include assignments, case studies, notes, and presentations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Additional skills: research, writing, presentation design, ethics analysis, and applied AI problem 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566160" cy="32918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8" y="2057400"/>
            <a:ext cx="2636521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Employer takeaway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Strong foundation in applied AI concepts across multiple industries.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Able to analyze real-world AI use cases, identify risks, and propose practical solutions.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Before submitting: replace the GitHub and contact placeholders with Bryan's actual public repository link and preferred contact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528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bryan.tzorin-W214368293</cp:lastModifiedBy>
  <cp:revision>2</cp:revision>
  <dcterms:created xsi:type="dcterms:W3CDTF">2013-01-27T09:14:16Z</dcterms:created>
  <dcterms:modified xsi:type="dcterms:W3CDTF">2026-05-05T06:18:09Z</dcterms:modified>
  <cp:category/>
</cp:coreProperties>
</file>