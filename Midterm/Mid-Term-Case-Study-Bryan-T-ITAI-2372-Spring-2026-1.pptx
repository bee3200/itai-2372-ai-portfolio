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428584-B95A-43AE-B167-DFBBEC323313}" v="8" dt="2026-04-18T00:41:48.625"/>
    <p1510:client id="{7246C714-D708-FE8B-74AC-ABB0768D00F2}" v="6" dt="2026-04-17T23:56:28.861"/>
    <p1510:client id="{8048599C-57B9-E22A-0767-F9987DBED2CA}" v="120" dt="2026-04-17T23:48:12.733"/>
    <p1510:client id="{ECE76673-E114-03B5-23CB-791765D7D838}" v="13" dt="2026-04-17T23:10:10.2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yan.tzorin-W214368293" userId="S::w214368293@student.hccs.edu::8ceef258-2e35-4a73-b83a-c9bd2c4bbe22" providerId="AD" clId="Web-{ECE76673-E114-03B5-23CB-791765D7D838}"/>
    <pc:docChg chg="mod addSld delSld modSld addMainMaster delMainMaster">
      <pc:chgData name="bryan.tzorin-W214368293" userId="S::w214368293@student.hccs.edu::8ceef258-2e35-4a73-b83a-c9bd2c4bbe22" providerId="AD" clId="Web-{ECE76673-E114-03B5-23CB-791765D7D838}" dt="2026-04-17T23:10:10.238" v="11"/>
      <pc:docMkLst>
        <pc:docMk/>
      </pc:docMkLst>
      <pc:sldChg chg="modSp mod modClrScheme chgLayout">
        <pc:chgData name="bryan.tzorin-W214368293" userId="S::w214368293@student.hccs.edu::8ceef258-2e35-4a73-b83a-c9bd2c4bbe22" providerId="AD" clId="Web-{ECE76673-E114-03B5-23CB-791765D7D838}" dt="2026-04-17T23:10:10.238" v="11"/>
        <pc:sldMkLst>
          <pc:docMk/>
          <pc:sldMk cId="109857222" sldId="256"/>
        </pc:sldMkLst>
        <pc:spChg chg="mod ord">
          <ac:chgData name="bryan.tzorin-W214368293" userId="S::w214368293@student.hccs.edu::8ceef258-2e35-4a73-b83a-c9bd2c4bbe22" providerId="AD" clId="Web-{ECE76673-E114-03B5-23CB-791765D7D838}" dt="2026-04-17T23:10:10.238" v="11"/>
          <ac:spMkLst>
            <pc:docMk/>
            <pc:sldMk cId="109857222" sldId="256"/>
            <ac:spMk id="2" creationId="{00000000-0000-0000-0000-000000000000}"/>
          </ac:spMkLst>
        </pc:spChg>
        <pc:spChg chg="mod ord">
          <ac:chgData name="bryan.tzorin-W214368293" userId="S::w214368293@student.hccs.edu::8ceef258-2e35-4a73-b83a-c9bd2c4bbe22" providerId="AD" clId="Web-{ECE76673-E114-03B5-23CB-791765D7D838}" dt="2026-04-17T23:10:10.238" v="11"/>
          <ac:spMkLst>
            <pc:docMk/>
            <pc:sldMk cId="109857222" sldId="256"/>
            <ac:spMk id="3" creationId="{00000000-0000-0000-0000-000000000000}"/>
          </ac:spMkLst>
        </pc:spChg>
      </pc:sldChg>
      <pc:sldChg chg="new del">
        <pc:chgData name="bryan.tzorin-W214368293" userId="S::w214368293@student.hccs.edu::8ceef258-2e35-4a73-b83a-c9bd2c4bbe22" providerId="AD" clId="Web-{ECE76673-E114-03B5-23CB-791765D7D838}" dt="2026-04-17T23:09:55.831" v="8"/>
        <pc:sldMkLst>
          <pc:docMk/>
          <pc:sldMk cId="2209648143" sldId="257"/>
        </pc:sldMkLst>
      </pc:sldChg>
      <pc:sldMasterChg chg="add del addSldLayout delSldLayout">
        <pc:chgData name="bryan.tzorin-W214368293" userId="S::w214368293@student.hccs.edu::8ceef258-2e35-4a73-b83a-c9bd2c4bbe22" providerId="AD" clId="Web-{ECE76673-E114-03B5-23CB-791765D7D838}" dt="2026-04-17T23:10:10.238" v="11"/>
        <pc:sldMasterMkLst>
          <pc:docMk/>
          <pc:sldMasterMk cId="2460954070" sldId="2147483660"/>
        </pc:sldMasterMkLst>
        <pc:sldLayoutChg chg="add del">
          <pc:chgData name="bryan.tzorin-W214368293" userId="S::w214368293@student.hccs.edu::8ceef258-2e35-4a73-b83a-c9bd2c4bbe22" providerId="AD" clId="Web-{ECE76673-E114-03B5-23CB-791765D7D838}" dt="2026-04-17T23:10:10.238" v="11"/>
          <pc:sldLayoutMkLst>
            <pc:docMk/>
            <pc:sldMasterMk cId="2460954070" sldId="2147483660"/>
            <pc:sldLayoutMk cId="2385387890" sldId="2147483661"/>
          </pc:sldLayoutMkLst>
        </pc:sldLayoutChg>
        <pc:sldLayoutChg chg="add del">
          <pc:chgData name="bryan.tzorin-W214368293" userId="S::w214368293@student.hccs.edu::8ceef258-2e35-4a73-b83a-c9bd2c4bbe22" providerId="AD" clId="Web-{ECE76673-E114-03B5-23CB-791765D7D838}" dt="2026-04-17T23:10:10.238" v="11"/>
          <pc:sldLayoutMkLst>
            <pc:docMk/>
            <pc:sldMasterMk cId="2460954070" sldId="2147483660"/>
            <pc:sldLayoutMk cId="949138452" sldId="2147483662"/>
          </pc:sldLayoutMkLst>
        </pc:sldLayoutChg>
        <pc:sldLayoutChg chg="add del">
          <pc:chgData name="bryan.tzorin-W214368293" userId="S::w214368293@student.hccs.edu::8ceef258-2e35-4a73-b83a-c9bd2c4bbe22" providerId="AD" clId="Web-{ECE76673-E114-03B5-23CB-791765D7D838}" dt="2026-04-17T23:10:10.238" v="11"/>
          <pc:sldLayoutMkLst>
            <pc:docMk/>
            <pc:sldMasterMk cId="2460954070" sldId="2147483660"/>
            <pc:sldLayoutMk cId="2591524520" sldId="2147483663"/>
          </pc:sldLayoutMkLst>
        </pc:sldLayoutChg>
        <pc:sldLayoutChg chg="add del">
          <pc:chgData name="bryan.tzorin-W214368293" userId="S::w214368293@student.hccs.edu::8ceef258-2e35-4a73-b83a-c9bd2c4bbe22" providerId="AD" clId="Web-{ECE76673-E114-03B5-23CB-791765D7D838}" dt="2026-04-17T23:10:10.238" v="11"/>
          <pc:sldLayoutMkLst>
            <pc:docMk/>
            <pc:sldMasterMk cId="2460954070" sldId="2147483660"/>
            <pc:sldLayoutMk cId="1203092039" sldId="2147483664"/>
          </pc:sldLayoutMkLst>
        </pc:sldLayoutChg>
        <pc:sldLayoutChg chg="add del">
          <pc:chgData name="bryan.tzorin-W214368293" userId="S::w214368293@student.hccs.edu::8ceef258-2e35-4a73-b83a-c9bd2c4bbe22" providerId="AD" clId="Web-{ECE76673-E114-03B5-23CB-791765D7D838}" dt="2026-04-17T23:10:10.238" v="11"/>
          <pc:sldLayoutMkLst>
            <pc:docMk/>
            <pc:sldMasterMk cId="2460954070" sldId="2147483660"/>
            <pc:sldLayoutMk cId="3733172339" sldId="2147483665"/>
          </pc:sldLayoutMkLst>
        </pc:sldLayoutChg>
        <pc:sldLayoutChg chg="add del">
          <pc:chgData name="bryan.tzorin-W214368293" userId="S::w214368293@student.hccs.edu::8ceef258-2e35-4a73-b83a-c9bd2c4bbe22" providerId="AD" clId="Web-{ECE76673-E114-03B5-23CB-791765D7D838}" dt="2026-04-17T23:10:10.238" v="11"/>
          <pc:sldLayoutMkLst>
            <pc:docMk/>
            <pc:sldMasterMk cId="2460954070" sldId="2147483660"/>
            <pc:sldLayoutMk cId="3210312558" sldId="2147483666"/>
          </pc:sldLayoutMkLst>
        </pc:sldLayoutChg>
        <pc:sldLayoutChg chg="add del">
          <pc:chgData name="bryan.tzorin-W214368293" userId="S::w214368293@student.hccs.edu::8ceef258-2e35-4a73-b83a-c9bd2c4bbe22" providerId="AD" clId="Web-{ECE76673-E114-03B5-23CB-791765D7D838}" dt="2026-04-17T23:10:10.238" v="11"/>
          <pc:sldLayoutMkLst>
            <pc:docMk/>
            <pc:sldMasterMk cId="2460954070" sldId="2147483660"/>
            <pc:sldLayoutMk cId="3146388984" sldId="2147483667"/>
          </pc:sldLayoutMkLst>
        </pc:sldLayoutChg>
        <pc:sldLayoutChg chg="add del">
          <pc:chgData name="bryan.tzorin-W214368293" userId="S::w214368293@student.hccs.edu::8ceef258-2e35-4a73-b83a-c9bd2c4bbe22" providerId="AD" clId="Web-{ECE76673-E114-03B5-23CB-791765D7D838}" dt="2026-04-17T23:10:10.238" v="11"/>
          <pc:sldLayoutMkLst>
            <pc:docMk/>
            <pc:sldMasterMk cId="2460954070" sldId="2147483660"/>
            <pc:sldLayoutMk cId="3171841454" sldId="2147483668"/>
          </pc:sldLayoutMkLst>
        </pc:sldLayoutChg>
        <pc:sldLayoutChg chg="add del">
          <pc:chgData name="bryan.tzorin-W214368293" userId="S::w214368293@student.hccs.edu::8ceef258-2e35-4a73-b83a-c9bd2c4bbe22" providerId="AD" clId="Web-{ECE76673-E114-03B5-23CB-791765D7D838}" dt="2026-04-17T23:10:10.238" v="11"/>
          <pc:sldLayoutMkLst>
            <pc:docMk/>
            <pc:sldMasterMk cId="2460954070" sldId="2147483660"/>
            <pc:sldLayoutMk cId="1718958274" sldId="2147483669"/>
          </pc:sldLayoutMkLst>
        </pc:sldLayoutChg>
        <pc:sldLayoutChg chg="add del">
          <pc:chgData name="bryan.tzorin-W214368293" userId="S::w214368293@student.hccs.edu::8ceef258-2e35-4a73-b83a-c9bd2c4bbe22" providerId="AD" clId="Web-{ECE76673-E114-03B5-23CB-791765D7D838}" dt="2026-04-17T23:10:10.238" v="11"/>
          <pc:sldLayoutMkLst>
            <pc:docMk/>
            <pc:sldMasterMk cId="2460954070" sldId="2147483660"/>
            <pc:sldLayoutMk cId="2202905451" sldId="2147483670"/>
          </pc:sldLayoutMkLst>
        </pc:sldLayoutChg>
        <pc:sldLayoutChg chg="add del">
          <pc:chgData name="bryan.tzorin-W214368293" userId="S::w214368293@student.hccs.edu::8ceef258-2e35-4a73-b83a-c9bd2c4bbe22" providerId="AD" clId="Web-{ECE76673-E114-03B5-23CB-791765D7D838}" dt="2026-04-17T23:10:10.238" v="11"/>
          <pc:sldLayoutMkLst>
            <pc:docMk/>
            <pc:sldMasterMk cId="2460954070" sldId="2147483660"/>
            <pc:sldLayoutMk cId="3479445657" sldId="2147483671"/>
          </pc:sldLayoutMkLst>
        </pc:sldLayoutChg>
      </pc:sldMasterChg>
      <pc:sldMasterChg chg="add addSldLayout modSldLayout">
        <pc:chgData name="bryan.tzorin-W214368293" userId="S::w214368293@student.hccs.edu::8ceef258-2e35-4a73-b83a-c9bd2c4bbe22" providerId="AD" clId="Web-{ECE76673-E114-03B5-23CB-791765D7D838}" dt="2026-04-17T23:10:10.238" v="11"/>
        <pc:sldMasterMkLst>
          <pc:docMk/>
          <pc:sldMasterMk cId="2260684336" sldId="2147483672"/>
        </pc:sldMasterMkLst>
        <pc:sldLayoutChg chg="add mod replId">
          <pc:chgData name="bryan.tzorin-W214368293" userId="S::w214368293@student.hccs.edu::8ceef258-2e35-4a73-b83a-c9bd2c4bbe22" providerId="AD" clId="Web-{ECE76673-E114-03B5-23CB-791765D7D838}" dt="2026-04-17T23:10:10.238" v="11"/>
          <pc:sldLayoutMkLst>
            <pc:docMk/>
            <pc:sldMasterMk cId="2260684336" sldId="2147483672"/>
            <pc:sldLayoutMk cId="722777045" sldId="2147483673"/>
          </pc:sldLayoutMkLst>
        </pc:sldLayoutChg>
        <pc:sldLayoutChg chg="add mod replId">
          <pc:chgData name="bryan.tzorin-W214368293" userId="S::w214368293@student.hccs.edu::8ceef258-2e35-4a73-b83a-c9bd2c4bbe22" providerId="AD" clId="Web-{ECE76673-E114-03B5-23CB-791765D7D838}" dt="2026-04-17T23:10:10.238" v="11"/>
          <pc:sldLayoutMkLst>
            <pc:docMk/>
            <pc:sldMasterMk cId="2260684336" sldId="2147483672"/>
            <pc:sldLayoutMk cId="3708975504" sldId="2147483674"/>
          </pc:sldLayoutMkLst>
        </pc:sldLayoutChg>
        <pc:sldLayoutChg chg="add mod replId">
          <pc:chgData name="bryan.tzorin-W214368293" userId="S::w214368293@student.hccs.edu::8ceef258-2e35-4a73-b83a-c9bd2c4bbe22" providerId="AD" clId="Web-{ECE76673-E114-03B5-23CB-791765D7D838}" dt="2026-04-17T23:10:10.238" v="11"/>
          <pc:sldLayoutMkLst>
            <pc:docMk/>
            <pc:sldMasterMk cId="2260684336" sldId="2147483672"/>
            <pc:sldLayoutMk cId="2185220848" sldId="2147483675"/>
          </pc:sldLayoutMkLst>
        </pc:sldLayoutChg>
        <pc:sldLayoutChg chg="add mod replId">
          <pc:chgData name="bryan.tzorin-W214368293" userId="S::w214368293@student.hccs.edu::8ceef258-2e35-4a73-b83a-c9bd2c4bbe22" providerId="AD" clId="Web-{ECE76673-E114-03B5-23CB-791765D7D838}" dt="2026-04-17T23:10:10.238" v="11"/>
          <pc:sldLayoutMkLst>
            <pc:docMk/>
            <pc:sldMasterMk cId="2260684336" sldId="2147483672"/>
            <pc:sldLayoutMk cId="172883338" sldId="2147483676"/>
          </pc:sldLayoutMkLst>
        </pc:sldLayoutChg>
        <pc:sldLayoutChg chg="add mod replId">
          <pc:chgData name="bryan.tzorin-W214368293" userId="S::w214368293@student.hccs.edu::8ceef258-2e35-4a73-b83a-c9bd2c4bbe22" providerId="AD" clId="Web-{ECE76673-E114-03B5-23CB-791765D7D838}" dt="2026-04-17T23:10:10.238" v="11"/>
          <pc:sldLayoutMkLst>
            <pc:docMk/>
            <pc:sldMasterMk cId="2260684336" sldId="2147483672"/>
            <pc:sldLayoutMk cId="1558814498" sldId="2147483677"/>
          </pc:sldLayoutMkLst>
        </pc:sldLayoutChg>
        <pc:sldLayoutChg chg="add mod replId">
          <pc:chgData name="bryan.tzorin-W214368293" userId="S::w214368293@student.hccs.edu::8ceef258-2e35-4a73-b83a-c9bd2c4bbe22" providerId="AD" clId="Web-{ECE76673-E114-03B5-23CB-791765D7D838}" dt="2026-04-17T23:10:10.238" v="11"/>
          <pc:sldLayoutMkLst>
            <pc:docMk/>
            <pc:sldMasterMk cId="2260684336" sldId="2147483672"/>
            <pc:sldLayoutMk cId="1933022372" sldId="2147483678"/>
          </pc:sldLayoutMkLst>
        </pc:sldLayoutChg>
        <pc:sldLayoutChg chg="add mod replId">
          <pc:chgData name="bryan.tzorin-W214368293" userId="S::w214368293@student.hccs.edu::8ceef258-2e35-4a73-b83a-c9bd2c4bbe22" providerId="AD" clId="Web-{ECE76673-E114-03B5-23CB-791765D7D838}" dt="2026-04-17T23:10:10.238" v="11"/>
          <pc:sldLayoutMkLst>
            <pc:docMk/>
            <pc:sldMasterMk cId="2260684336" sldId="2147483672"/>
            <pc:sldLayoutMk cId="2025757413" sldId="2147483679"/>
          </pc:sldLayoutMkLst>
        </pc:sldLayoutChg>
        <pc:sldLayoutChg chg="add mod replId">
          <pc:chgData name="bryan.tzorin-W214368293" userId="S::w214368293@student.hccs.edu::8ceef258-2e35-4a73-b83a-c9bd2c4bbe22" providerId="AD" clId="Web-{ECE76673-E114-03B5-23CB-791765D7D838}" dt="2026-04-17T23:10:10.238" v="11"/>
          <pc:sldLayoutMkLst>
            <pc:docMk/>
            <pc:sldMasterMk cId="2260684336" sldId="2147483672"/>
            <pc:sldLayoutMk cId="133321496" sldId="2147483680"/>
          </pc:sldLayoutMkLst>
        </pc:sldLayoutChg>
        <pc:sldLayoutChg chg="add mod replId">
          <pc:chgData name="bryan.tzorin-W214368293" userId="S::w214368293@student.hccs.edu::8ceef258-2e35-4a73-b83a-c9bd2c4bbe22" providerId="AD" clId="Web-{ECE76673-E114-03B5-23CB-791765D7D838}" dt="2026-04-17T23:10:10.238" v="11"/>
          <pc:sldLayoutMkLst>
            <pc:docMk/>
            <pc:sldMasterMk cId="2260684336" sldId="2147483672"/>
            <pc:sldLayoutMk cId="2460811354" sldId="2147483681"/>
          </pc:sldLayoutMkLst>
        </pc:sldLayoutChg>
        <pc:sldLayoutChg chg="add mod replId">
          <pc:chgData name="bryan.tzorin-W214368293" userId="S::w214368293@student.hccs.edu::8ceef258-2e35-4a73-b83a-c9bd2c4bbe22" providerId="AD" clId="Web-{ECE76673-E114-03B5-23CB-791765D7D838}" dt="2026-04-17T23:10:10.238" v="11"/>
          <pc:sldLayoutMkLst>
            <pc:docMk/>
            <pc:sldMasterMk cId="2260684336" sldId="2147483672"/>
            <pc:sldLayoutMk cId="1054762581" sldId="2147483682"/>
          </pc:sldLayoutMkLst>
        </pc:sldLayoutChg>
        <pc:sldLayoutChg chg="add mod replId">
          <pc:chgData name="bryan.tzorin-W214368293" userId="S::w214368293@student.hccs.edu::8ceef258-2e35-4a73-b83a-c9bd2c4bbe22" providerId="AD" clId="Web-{ECE76673-E114-03B5-23CB-791765D7D838}" dt="2026-04-17T23:10:10.238" v="11"/>
          <pc:sldLayoutMkLst>
            <pc:docMk/>
            <pc:sldMasterMk cId="2260684336" sldId="2147483672"/>
            <pc:sldLayoutMk cId="3536228489" sldId="2147483683"/>
          </pc:sldLayoutMkLst>
        </pc:sldLayoutChg>
      </pc:sldMasterChg>
      <pc:sldMasterChg chg="add del addSldLayout delSldLayout modSldLayout">
        <pc:chgData name="bryan.tzorin-W214368293" userId="S::w214368293@student.hccs.edu::8ceef258-2e35-4a73-b83a-c9bd2c4bbe22" providerId="AD" clId="Web-{ECE76673-E114-03B5-23CB-791765D7D838}" dt="2026-04-17T23:10:07.112" v="10"/>
        <pc:sldMasterMkLst>
          <pc:docMk/>
          <pc:sldMasterMk cId="3337503352" sldId="2147483672"/>
        </pc:sldMasterMkLst>
        <pc:sldLayoutChg chg="add del mod replId">
          <pc:chgData name="bryan.tzorin-W214368293" userId="S::w214368293@student.hccs.edu::8ceef258-2e35-4a73-b83a-c9bd2c4bbe22" providerId="AD" clId="Web-{ECE76673-E114-03B5-23CB-791765D7D838}" dt="2026-04-17T23:10:07.112" v="10"/>
          <pc:sldLayoutMkLst>
            <pc:docMk/>
            <pc:sldMasterMk cId="3337503352" sldId="2147483672"/>
            <pc:sldLayoutMk cId="4204971800" sldId="2147483673"/>
          </pc:sldLayoutMkLst>
        </pc:sldLayoutChg>
        <pc:sldLayoutChg chg="add del mod replId">
          <pc:chgData name="bryan.tzorin-W214368293" userId="S::w214368293@student.hccs.edu::8ceef258-2e35-4a73-b83a-c9bd2c4bbe22" providerId="AD" clId="Web-{ECE76673-E114-03B5-23CB-791765D7D838}" dt="2026-04-17T23:10:07.112" v="10"/>
          <pc:sldLayoutMkLst>
            <pc:docMk/>
            <pc:sldMasterMk cId="3337503352" sldId="2147483672"/>
            <pc:sldLayoutMk cId="1486948032" sldId="2147483674"/>
          </pc:sldLayoutMkLst>
        </pc:sldLayoutChg>
        <pc:sldLayoutChg chg="add del mod replId">
          <pc:chgData name="bryan.tzorin-W214368293" userId="S::w214368293@student.hccs.edu::8ceef258-2e35-4a73-b83a-c9bd2c4bbe22" providerId="AD" clId="Web-{ECE76673-E114-03B5-23CB-791765D7D838}" dt="2026-04-17T23:10:07.112" v="10"/>
          <pc:sldLayoutMkLst>
            <pc:docMk/>
            <pc:sldMasterMk cId="3337503352" sldId="2147483672"/>
            <pc:sldLayoutMk cId="2198822797" sldId="2147483675"/>
          </pc:sldLayoutMkLst>
        </pc:sldLayoutChg>
        <pc:sldLayoutChg chg="add del mod replId">
          <pc:chgData name="bryan.tzorin-W214368293" userId="S::w214368293@student.hccs.edu::8ceef258-2e35-4a73-b83a-c9bd2c4bbe22" providerId="AD" clId="Web-{ECE76673-E114-03B5-23CB-791765D7D838}" dt="2026-04-17T23:10:07.112" v="10"/>
          <pc:sldLayoutMkLst>
            <pc:docMk/>
            <pc:sldMasterMk cId="3337503352" sldId="2147483672"/>
            <pc:sldLayoutMk cId="1740781563" sldId="2147483676"/>
          </pc:sldLayoutMkLst>
        </pc:sldLayoutChg>
        <pc:sldLayoutChg chg="add del mod replId">
          <pc:chgData name="bryan.tzorin-W214368293" userId="S::w214368293@student.hccs.edu::8ceef258-2e35-4a73-b83a-c9bd2c4bbe22" providerId="AD" clId="Web-{ECE76673-E114-03B5-23CB-791765D7D838}" dt="2026-04-17T23:10:07.112" v="10"/>
          <pc:sldLayoutMkLst>
            <pc:docMk/>
            <pc:sldMasterMk cId="3337503352" sldId="2147483672"/>
            <pc:sldLayoutMk cId="1860944748" sldId="2147483677"/>
          </pc:sldLayoutMkLst>
        </pc:sldLayoutChg>
        <pc:sldLayoutChg chg="add del mod replId">
          <pc:chgData name="bryan.tzorin-W214368293" userId="S::w214368293@student.hccs.edu::8ceef258-2e35-4a73-b83a-c9bd2c4bbe22" providerId="AD" clId="Web-{ECE76673-E114-03B5-23CB-791765D7D838}" dt="2026-04-17T23:10:07.112" v="10"/>
          <pc:sldLayoutMkLst>
            <pc:docMk/>
            <pc:sldMasterMk cId="3337503352" sldId="2147483672"/>
            <pc:sldLayoutMk cId="2901806967" sldId="2147483678"/>
          </pc:sldLayoutMkLst>
        </pc:sldLayoutChg>
        <pc:sldLayoutChg chg="add del mod replId">
          <pc:chgData name="bryan.tzorin-W214368293" userId="S::w214368293@student.hccs.edu::8ceef258-2e35-4a73-b83a-c9bd2c4bbe22" providerId="AD" clId="Web-{ECE76673-E114-03B5-23CB-791765D7D838}" dt="2026-04-17T23:10:07.112" v="10"/>
          <pc:sldLayoutMkLst>
            <pc:docMk/>
            <pc:sldMasterMk cId="3337503352" sldId="2147483672"/>
            <pc:sldLayoutMk cId="2543291591" sldId="2147483679"/>
          </pc:sldLayoutMkLst>
        </pc:sldLayoutChg>
        <pc:sldLayoutChg chg="add del mod replId">
          <pc:chgData name="bryan.tzorin-W214368293" userId="S::w214368293@student.hccs.edu::8ceef258-2e35-4a73-b83a-c9bd2c4bbe22" providerId="AD" clId="Web-{ECE76673-E114-03B5-23CB-791765D7D838}" dt="2026-04-17T23:10:07.112" v="10"/>
          <pc:sldLayoutMkLst>
            <pc:docMk/>
            <pc:sldMasterMk cId="3337503352" sldId="2147483672"/>
            <pc:sldLayoutMk cId="3578813762" sldId="2147483680"/>
          </pc:sldLayoutMkLst>
        </pc:sldLayoutChg>
        <pc:sldLayoutChg chg="add del mod replId">
          <pc:chgData name="bryan.tzorin-W214368293" userId="S::w214368293@student.hccs.edu::8ceef258-2e35-4a73-b83a-c9bd2c4bbe22" providerId="AD" clId="Web-{ECE76673-E114-03B5-23CB-791765D7D838}" dt="2026-04-17T23:10:07.112" v="10"/>
          <pc:sldLayoutMkLst>
            <pc:docMk/>
            <pc:sldMasterMk cId="3337503352" sldId="2147483672"/>
            <pc:sldLayoutMk cId="4176107347" sldId="2147483681"/>
          </pc:sldLayoutMkLst>
        </pc:sldLayoutChg>
        <pc:sldLayoutChg chg="add del mod replId">
          <pc:chgData name="bryan.tzorin-W214368293" userId="S::w214368293@student.hccs.edu::8ceef258-2e35-4a73-b83a-c9bd2c4bbe22" providerId="AD" clId="Web-{ECE76673-E114-03B5-23CB-791765D7D838}" dt="2026-04-17T23:10:07.112" v="10"/>
          <pc:sldLayoutMkLst>
            <pc:docMk/>
            <pc:sldMasterMk cId="3337503352" sldId="2147483672"/>
            <pc:sldLayoutMk cId="1522678611" sldId="2147483682"/>
          </pc:sldLayoutMkLst>
        </pc:sldLayoutChg>
        <pc:sldLayoutChg chg="add del mod replId">
          <pc:chgData name="bryan.tzorin-W214368293" userId="S::w214368293@student.hccs.edu::8ceef258-2e35-4a73-b83a-c9bd2c4bbe22" providerId="AD" clId="Web-{ECE76673-E114-03B5-23CB-791765D7D838}" dt="2026-04-17T23:10:07.112" v="10"/>
          <pc:sldLayoutMkLst>
            <pc:docMk/>
            <pc:sldMasterMk cId="3337503352" sldId="2147483672"/>
            <pc:sldLayoutMk cId="596280190" sldId="2147483683"/>
          </pc:sldLayoutMkLst>
        </pc:sldLayoutChg>
      </pc:sldMasterChg>
    </pc:docChg>
  </pc:docChgLst>
  <pc:docChgLst>
    <pc:chgData name="bryan.tzorin-W214368293" userId="S::w214368293@student.hccs.edu::8ceef258-2e35-4a73-b83a-c9bd2c4bbe22" providerId="AD" clId="Web-{8048599C-57B9-E22A-0767-F9987DBED2CA}"/>
    <pc:docChg chg="addSld modSld">
      <pc:chgData name="bryan.tzorin-W214368293" userId="S::w214368293@student.hccs.edu::8ceef258-2e35-4a73-b83a-c9bd2c4bbe22" providerId="AD" clId="Web-{8048599C-57B9-E22A-0767-F9987DBED2CA}" dt="2026-04-17T23:47:46.718" v="133" actId="14100"/>
      <pc:docMkLst>
        <pc:docMk/>
      </pc:docMkLst>
      <pc:sldChg chg="modSp">
        <pc:chgData name="bryan.tzorin-W214368293" userId="S::w214368293@student.hccs.edu::8ceef258-2e35-4a73-b83a-c9bd2c4bbe22" providerId="AD" clId="Web-{8048599C-57B9-E22A-0767-F9987DBED2CA}" dt="2026-04-17T23:11:23.087" v="0" actId="1076"/>
        <pc:sldMkLst>
          <pc:docMk/>
          <pc:sldMk cId="109857222" sldId="256"/>
        </pc:sldMkLst>
        <pc:spChg chg="mod">
          <ac:chgData name="bryan.tzorin-W214368293" userId="S::w214368293@student.hccs.edu::8ceef258-2e35-4a73-b83a-c9bd2c4bbe22" providerId="AD" clId="Web-{8048599C-57B9-E22A-0767-F9987DBED2CA}" dt="2026-04-17T23:11:23.087" v="0" actId="1076"/>
          <ac:spMkLst>
            <pc:docMk/>
            <pc:sldMk cId="109857222" sldId="256"/>
            <ac:spMk id="3" creationId="{00000000-0000-0000-0000-000000000000}"/>
          </ac:spMkLst>
        </pc:spChg>
      </pc:sldChg>
      <pc:sldChg chg="modSp new">
        <pc:chgData name="bryan.tzorin-W214368293" userId="S::w214368293@student.hccs.edu::8ceef258-2e35-4a73-b83a-c9bd2c4bbe22" providerId="AD" clId="Web-{8048599C-57B9-E22A-0767-F9987DBED2CA}" dt="2026-04-17T23:12:30.352" v="8" actId="1076"/>
        <pc:sldMkLst>
          <pc:docMk/>
          <pc:sldMk cId="2903302467" sldId="257"/>
        </pc:sldMkLst>
        <pc:spChg chg="mod">
          <ac:chgData name="bryan.tzorin-W214368293" userId="S::w214368293@student.hccs.edu::8ceef258-2e35-4a73-b83a-c9bd2c4bbe22" providerId="AD" clId="Web-{8048599C-57B9-E22A-0767-F9987DBED2CA}" dt="2026-04-17T23:11:59.524" v="2" actId="20577"/>
          <ac:spMkLst>
            <pc:docMk/>
            <pc:sldMk cId="2903302467" sldId="257"/>
            <ac:spMk id="2" creationId="{7ABBA20E-2CC2-E856-F4C6-A751C0BB4466}"/>
          </ac:spMkLst>
        </pc:spChg>
        <pc:spChg chg="mod">
          <ac:chgData name="bryan.tzorin-W214368293" userId="S::w214368293@student.hccs.edu::8ceef258-2e35-4a73-b83a-c9bd2c4bbe22" providerId="AD" clId="Web-{8048599C-57B9-E22A-0767-F9987DBED2CA}" dt="2026-04-17T23:12:30.352" v="8" actId="1076"/>
          <ac:spMkLst>
            <pc:docMk/>
            <pc:sldMk cId="2903302467" sldId="257"/>
            <ac:spMk id="3" creationId="{725D8094-904E-DB8C-FB07-F135DF5C09CC}"/>
          </ac:spMkLst>
        </pc:spChg>
      </pc:sldChg>
      <pc:sldChg chg="modSp new">
        <pc:chgData name="bryan.tzorin-W214368293" userId="S::w214368293@student.hccs.edu::8ceef258-2e35-4a73-b83a-c9bd2c4bbe22" providerId="AD" clId="Web-{8048599C-57B9-E22A-0767-F9987DBED2CA}" dt="2026-04-17T23:13:02.102" v="13" actId="14100"/>
        <pc:sldMkLst>
          <pc:docMk/>
          <pc:sldMk cId="3180681107" sldId="258"/>
        </pc:sldMkLst>
        <pc:spChg chg="mod">
          <ac:chgData name="bryan.tzorin-W214368293" userId="S::w214368293@student.hccs.edu::8ceef258-2e35-4a73-b83a-c9bd2c4bbe22" providerId="AD" clId="Web-{8048599C-57B9-E22A-0767-F9987DBED2CA}" dt="2026-04-17T23:12:46.540" v="10" actId="20577"/>
          <ac:spMkLst>
            <pc:docMk/>
            <pc:sldMk cId="3180681107" sldId="258"/>
            <ac:spMk id="2" creationId="{02A39A19-51C4-2F01-779F-092B1EA31A5D}"/>
          </ac:spMkLst>
        </pc:spChg>
        <pc:spChg chg="mod">
          <ac:chgData name="bryan.tzorin-W214368293" userId="S::w214368293@student.hccs.edu::8ceef258-2e35-4a73-b83a-c9bd2c4bbe22" providerId="AD" clId="Web-{8048599C-57B9-E22A-0767-F9987DBED2CA}" dt="2026-04-17T23:13:02.102" v="13" actId="14100"/>
          <ac:spMkLst>
            <pc:docMk/>
            <pc:sldMk cId="3180681107" sldId="258"/>
            <ac:spMk id="3" creationId="{E1AA5602-D95A-6723-1128-63B95C902DA6}"/>
          </ac:spMkLst>
        </pc:spChg>
      </pc:sldChg>
      <pc:sldChg chg="modSp new">
        <pc:chgData name="bryan.tzorin-W214368293" userId="S::w214368293@student.hccs.edu::8ceef258-2e35-4a73-b83a-c9bd2c4bbe22" providerId="AD" clId="Web-{8048599C-57B9-E22A-0767-F9987DBED2CA}" dt="2026-04-17T23:39:07.264" v="59" actId="20577"/>
        <pc:sldMkLst>
          <pc:docMk/>
          <pc:sldMk cId="3758617250" sldId="259"/>
        </pc:sldMkLst>
        <pc:spChg chg="mod">
          <ac:chgData name="bryan.tzorin-W214368293" userId="S::w214368293@student.hccs.edu::8ceef258-2e35-4a73-b83a-c9bd2c4bbe22" providerId="AD" clId="Web-{8048599C-57B9-E22A-0767-F9987DBED2CA}" dt="2026-04-17T23:39:07.264" v="59" actId="20577"/>
          <ac:spMkLst>
            <pc:docMk/>
            <pc:sldMk cId="3758617250" sldId="259"/>
            <ac:spMk id="2" creationId="{092BA56B-D02C-5BFB-073D-D7554CE24274}"/>
          </ac:spMkLst>
        </pc:spChg>
        <pc:spChg chg="mod">
          <ac:chgData name="bryan.tzorin-W214368293" userId="S::w214368293@student.hccs.edu::8ceef258-2e35-4a73-b83a-c9bd2c4bbe22" providerId="AD" clId="Web-{8048599C-57B9-E22A-0767-F9987DBED2CA}" dt="2026-04-17T23:37:56.795" v="54" actId="20577"/>
          <ac:spMkLst>
            <pc:docMk/>
            <pc:sldMk cId="3758617250" sldId="259"/>
            <ac:spMk id="3" creationId="{0D82F398-3C28-84BE-D955-8C2143E86E79}"/>
          </ac:spMkLst>
        </pc:spChg>
      </pc:sldChg>
      <pc:sldChg chg="modSp new">
        <pc:chgData name="bryan.tzorin-W214368293" userId="S::w214368293@student.hccs.edu::8ceef258-2e35-4a73-b83a-c9bd2c4bbe22" providerId="AD" clId="Web-{8048599C-57B9-E22A-0767-F9987DBED2CA}" dt="2026-04-17T23:40:10.779" v="71" actId="20577"/>
        <pc:sldMkLst>
          <pc:docMk/>
          <pc:sldMk cId="2491566743" sldId="260"/>
        </pc:sldMkLst>
        <pc:spChg chg="mod">
          <ac:chgData name="bryan.tzorin-W214368293" userId="S::w214368293@student.hccs.edu::8ceef258-2e35-4a73-b83a-c9bd2c4bbe22" providerId="AD" clId="Web-{8048599C-57B9-E22A-0767-F9987DBED2CA}" dt="2026-04-17T23:38:51.436" v="58" actId="20577"/>
          <ac:spMkLst>
            <pc:docMk/>
            <pc:sldMk cId="2491566743" sldId="260"/>
            <ac:spMk id="2" creationId="{B28211FC-AED4-F063-34E2-DBEF97F2C2E5}"/>
          </ac:spMkLst>
        </pc:spChg>
        <pc:spChg chg="mod">
          <ac:chgData name="bryan.tzorin-W214368293" userId="S::w214368293@student.hccs.edu::8ceef258-2e35-4a73-b83a-c9bd2c4bbe22" providerId="AD" clId="Web-{8048599C-57B9-E22A-0767-F9987DBED2CA}" dt="2026-04-17T23:40:10.779" v="71" actId="20577"/>
          <ac:spMkLst>
            <pc:docMk/>
            <pc:sldMk cId="2491566743" sldId="260"/>
            <ac:spMk id="3" creationId="{E316770F-63C7-0B4F-437A-488BF4C75F08}"/>
          </ac:spMkLst>
        </pc:spChg>
      </pc:sldChg>
      <pc:sldChg chg="modSp new">
        <pc:chgData name="bryan.tzorin-W214368293" userId="S::w214368293@student.hccs.edu::8ceef258-2e35-4a73-b83a-c9bd2c4bbe22" providerId="AD" clId="Web-{8048599C-57B9-E22A-0767-F9987DBED2CA}" dt="2026-04-17T23:41:25.482" v="82" actId="20577"/>
        <pc:sldMkLst>
          <pc:docMk/>
          <pc:sldMk cId="2661880164" sldId="261"/>
        </pc:sldMkLst>
        <pc:spChg chg="mod">
          <ac:chgData name="bryan.tzorin-W214368293" userId="S::w214368293@student.hccs.edu::8ceef258-2e35-4a73-b83a-c9bd2c4bbe22" providerId="AD" clId="Web-{8048599C-57B9-E22A-0767-F9987DBED2CA}" dt="2026-04-17T23:41:05.810" v="79" actId="20577"/>
          <ac:spMkLst>
            <pc:docMk/>
            <pc:sldMk cId="2661880164" sldId="261"/>
            <ac:spMk id="2" creationId="{3CEDE58F-EB1D-B105-4FA4-1AD97A3488F1}"/>
          </ac:spMkLst>
        </pc:spChg>
        <pc:spChg chg="mod">
          <ac:chgData name="bryan.tzorin-W214368293" userId="S::w214368293@student.hccs.edu::8ceef258-2e35-4a73-b83a-c9bd2c4bbe22" providerId="AD" clId="Web-{8048599C-57B9-E22A-0767-F9987DBED2CA}" dt="2026-04-17T23:41:25.482" v="82" actId="20577"/>
          <ac:spMkLst>
            <pc:docMk/>
            <pc:sldMk cId="2661880164" sldId="261"/>
            <ac:spMk id="3" creationId="{48206CA7-E149-90DB-21A2-71A34735D29C}"/>
          </ac:spMkLst>
        </pc:spChg>
      </pc:sldChg>
      <pc:sldChg chg="modSp new">
        <pc:chgData name="bryan.tzorin-W214368293" userId="S::w214368293@student.hccs.edu::8ceef258-2e35-4a73-b83a-c9bd2c4bbe22" providerId="AD" clId="Web-{8048599C-57B9-E22A-0767-F9987DBED2CA}" dt="2026-04-17T23:42:43.982" v="96" actId="20577"/>
        <pc:sldMkLst>
          <pc:docMk/>
          <pc:sldMk cId="186644346" sldId="262"/>
        </pc:sldMkLst>
        <pc:spChg chg="mod">
          <ac:chgData name="bryan.tzorin-W214368293" userId="S::w214368293@student.hccs.edu::8ceef258-2e35-4a73-b83a-c9bd2c4bbe22" providerId="AD" clId="Web-{8048599C-57B9-E22A-0767-F9987DBED2CA}" dt="2026-04-17T23:41:45.497" v="85" actId="20577"/>
          <ac:spMkLst>
            <pc:docMk/>
            <pc:sldMk cId="186644346" sldId="262"/>
            <ac:spMk id="2" creationId="{D177A738-E3DF-C0E8-3303-B63EECE2DAA7}"/>
          </ac:spMkLst>
        </pc:spChg>
        <pc:spChg chg="mod">
          <ac:chgData name="bryan.tzorin-W214368293" userId="S::w214368293@student.hccs.edu::8ceef258-2e35-4a73-b83a-c9bd2c4bbe22" providerId="AD" clId="Web-{8048599C-57B9-E22A-0767-F9987DBED2CA}" dt="2026-04-17T23:42:43.982" v="96" actId="20577"/>
          <ac:spMkLst>
            <pc:docMk/>
            <pc:sldMk cId="186644346" sldId="262"/>
            <ac:spMk id="3" creationId="{768F8B41-7C97-553A-FC56-F1F77ED51D10}"/>
          </ac:spMkLst>
        </pc:spChg>
      </pc:sldChg>
      <pc:sldChg chg="modSp new">
        <pc:chgData name="bryan.tzorin-W214368293" userId="S::w214368293@student.hccs.edu::8ceef258-2e35-4a73-b83a-c9bd2c4bbe22" providerId="AD" clId="Web-{8048599C-57B9-E22A-0767-F9987DBED2CA}" dt="2026-04-17T23:43:32.481" v="103" actId="20577"/>
        <pc:sldMkLst>
          <pc:docMk/>
          <pc:sldMk cId="320728251" sldId="263"/>
        </pc:sldMkLst>
        <pc:spChg chg="mod">
          <ac:chgData name="bryan.tzorin-W214368293" userId="S::w214368293@student.hccs.edu::8ceef258-2e35-4a73-b83a-c9bd2c4bbe22" providerId="AD" clId="Web-{8048599C-57B9-E22A-0767-F9987DBED2CA}" dt="2026-04-17T23:43:02.357" v="99" actId="20577"/>
          <ac:spMkLst>
            <pc:docMk/>
            <pc:sldMk cId="320728251" sldId="263"/>
            <ac:spMk id="2" creationId="{255B6E31-703A-6F8B-7FA2-10C718AC8B0A}"/>
          </ac:spMkLst>
        </pc:spChg>
        <pc:spChg chg="mod">
          <ac:chgData name="bryan.tzorin-W214368293" userId="S::w214368293@student.hccs.edu::8ceef258-2e35-4a73-b83a-c9bd2c4bbe22" providerId="AD" clId="Web-{8048599C-57B9-E22A-0767-F9987DBED2CA}" dt="2026-04-17T23:43:32.481" v="103" actId="20577"/>
          <ac:spMkLst>
            <pc:docMk/>
            <pc:sldMk cId="320728251" sldId="263"/>
            <ac:spMk id="3" creationId="{C10053A2-B7D4-11A4-6AE9-4D320A47E88B}"/>
          </ac:spMkLst>
        </pc:spChg>
      </pc:sldChg>
      <pc:sldChg chg="modSp new">
        <pc:chgData name="bryan.tzorin-W214368293" userId="S::w214368293@student.hccs.edu::8ceef258-2e35-4a73-b83a-c9bd2c4bbe22" providerId="AD" clId="Web-{8048599C-57B9-E22A-0767-F9987DBED2CA}" dt="2026-04-17T23:44:34.403" v="116" actId="14100"/>
        <pc:sldMkLst>
          <pc:docMk/>
          <pc:sldMk cId="1614940741" sldId="264"/>
        </pc:sldMkLst>
        <pc:spChg chg="mod">
          <ac:chgData name="bryan.tzorin-W214368293" userId="S::w214368293@student.hccs.edu::8ceef258-2e35-4a73-b83a-c9bd2c4bbe22" providerId="AD" clId="Web-{8048599C-57B9-E22A-0767-F9987DBED2CA}" dt="2026-04-17T23:43:51.216" v="106" actId="20577"/>
          <ac:spMkLst>
            <pc:docMk/>
            <pc:sldMk cId="1614940741" sldId="264"/>
            <ac:spMk id="2" creationId="{2DB8D054-E71F-79F5-C94F-B94B71ADF3DE}"/>
          </ac:spMkLst>
        </pc:spChg>
        <pc:spChg chg="mod">
          <ac:chgData name="bryan.tzorin-W214368293" userId="S::w214368293@student.hccs.edu::8ceef258-2e35-4a73-b83a-c9bd2c4bbe22" providerId="AD" clId="Web-{8048599C-57B9-E22A-0767-F9987DBED2CA}" dt="2026-04-17T23:44:34.403" v="116" actId="14100"/>
          <ac:spMkLst>
            <pc:docMk/>
            <pc:sldMk cId="1614940741" sldId="264"/>
            <ac:spMk id="3" creationId="{F7A06230-3700-8121-E1D6-570B7461BB54}"/>
          </ac:spMkLst>
        </pc:spChg>
      </pc:sldChg>
      <pc:sldChg chg="modSp new">
        <pc:chgData name="bryan.tzorin-W214368293" userId="S::w214368293@student.hccs.edu::8ceef258-2e35-4a73-b83a-c9bd2c4bbe22" providerId="AD" clId="Web-{8048599C-57B9-E22A-0767-F9987DBED2CA}" dt="2026-04-17T23:45:28.075" v="127" actId="14100"/>
        <pc:sldMkLst>
          <pc:docMk/>
          <pc:sldMk cId="3242251225" sldId="265"/>
        </pc:sldMkLst>
        <pc:spChg chg="mod">
          <ac:chgData name="bryan.tzorin-W214368293" userId="S::w214368293@student.hccs.edu::8ceef258-2e35-4a73-b83a-c9bd2c4bbe22" providerId="AD" clId="Web-{8048599C-57B9-E22A-0767-F9987DBED2CA}" dt="2026-04-17T23:45:02.450" v="119" actId="20577"/>
          <ac:spMkLst>
            <pc:docMk/>
            <pc:sldMk cId="3242251225" sldId="265"/>
            <ac:spMk id="2" creationId="{00F00C60-41FF-7E0E-465D-D5F96B180A89}"/>
          </ac:spMkLst>
        </pc:spChg>
        <pc:spChg chg="mod">
          <ac:chgData name="bryan.tzorin-W214368293" userId="S::w214368293@student.hccs.edu::8ceef258-2e35-4a73-b83a-c9bd2c4bbe22" providerId="AD" clId="Web-{8048599C-57B9-E22A-0767-F9987DBED2CA}" dt="2026-04-17T23:45:28.075" v="127" actId="14100"/>
          <ac:spMkLst>
            <pc:docMk/>
            <pc:sldMk cId="3242251225" sldId="265"/>
            <ac:spMk id="3" creationId="{35161881-A673-90E5-B245-78E495FFF3CF}"/>
          </ac:spMkLst>
        </pc:spChg>
      </pc:sldChg>
      <pc:sldChg chg="modSp new">
        <pc:chgData name="bryan.tzorin-W214368293" userId="S::w214368293@student.hccs.edu::8ceef258-2e35-4a73-b83a-c9bd2c4bbe22" providerId="AD" clId="Web-{8048599C-57B9-E22A-0767-F9987DBED2CA}" dt="2026-04-17T23:47:46.718" v="133" actId="14100"/>
        <pc:sldMkLst>
          <pc:docMk/>
          <pc:sldMk cId="859855474" sldId="266"/>
        </pc:sldMkLst>
        <pc:spChg chg="mod">
          <ac:chgData name="bryan.tzorin-W214368293" userId="S::w214368293@student.hccs.edu::8ceef258-2e35-4a73-b83a-c9bd2c4bbe22" providerId="AD" clId="Web-{8048599C-57B9-E22A-0767-F9987DBED2CA}" dt="2026-04-17T23:47:20.702" v="130" actId="20577"/>
          <ac:spMkLst>
            <pc:docMk/>
            <pc:sldMk cId="859855474" sldId="266"/>
            <ac:spMk id="2" creationId="{1FB9DD19-789B-39BB-C16E-4C6BB2BB2A69}"/>
          </ac:spMkLst>
        </pc:spChg>
        <pc:spChg chg="mod">
          <ac:chgData name="bryan.tzorin-W214368293" userId="S::w214368293@student.hccs.edu::8ceef258-2e35-4a73-b83a-c9bd2c4bbe22" providerId="AD" clId="Web-{8048599C-57B9-E22A-0767-F9987DBED2CA}" dt="2026-04-17T23:47:46.718" v="133" actId="14100"/>
          <ac:spMkLst>
            <pc:docMk/>
            <pc:sldMk cId="859855474" sldId="266"/>
            <ac:spMk id="3" creationId="{35D58EE9-97FB-FC13-B559-A8D79C0A80E2}"/>
          </ac:spMkLst>
        </pc:spChg>
      </pc:sldChg>
    </pc:docChg>
  </pc:docChgLst>
  <pc:docChgLst>
    <pc:chgData name="bryan.tzorin-W214368293" userId="S::w214368293@student.hccs.edu::8ceef258-2e35-4a73-b83a-c9bd2c4bbe22" providerId="AD" clId="Web-{6D428584-B95A-43AE-B167-DFBBEC323313}"/>
    <pc:docChg chg="modSld">
      <pc:chgData name="bryan.tzorin-W214368293" userId="S::w214368293@student.hccs.edu::8ceef258-2e35-4a73-b83a-c9bd2c4bbe22" providerId="AD" clId="Web-{6D428584-B95A-43AE-B167-DFBBEC323313}" dt="2026-04-18T00:41:48.625" v="7" actId="14100"/>
      <pc:docMkLst>
        <pc:docMk/>
      </pc:docMkLst>
      <pc:sldChg chg="modSp">
        <pc:chgData name="bryan.tzorin-W214368293" userId="S::w214368293@student.hccs.edu::8ceef258-2e35-4a73-b83a-c9bd2c4bbe22" providerId="AD" clId="Web-{6D428584-B95A-43AE-B167-DFBBEC323313}" dt="2026-04-18T00:41:48.625" v="7" actId="14100"/>
        <pc:sldMkLst>
          <pc:docMk/>
          <pc:sldMk cId="320728251" sldId="263"/>
        </pc:sldMkLst>
        <pc:spChg chg="mod">
          <ac:chgData name="bryan.tzorin-W214368293" userId="S::w214368293@student.hccs.edu::8ceef258-2e35-4a73-b83a-c9bd2c4bbe22" providerId="AD" clId="Web-{6D428584-B95A-43AE-B167-DFBBEC323313}" dt="2026-04-18T00:41:48.625" v="7" actId="14100"/>
          <ac:spMkLst>
            <pc:docMk/>
            <pc:sldMk cId="320728251" sldId="263"/>
            <ac:spMk id="3" creationId="{C10053A2-B7D4-11A4-6AE9-4D320A47E88B}"/>
          </ac:spMkLst>
        </pc:spChg>
      </pc:sldChg>
    </pc:docChg>
  </pc:docChgLst>
  <pc:docChgLst>
    <pc:chgData name="bryan.tzorin-W214368293" userId="S::w214368293@student.hccs.edu::8ceef258-2e35-4a73-b83a-c9bd2c4bbe22" providerId="AD" clId="Web-{7246C714-D708-FE8B-74AC-ABB0768D00F2}"/>
    <pc:docChg chg="modSld">
      <pc:chgData name="bryan.tzorin-W214368293" userId="S::w214368293@student.hccs.edu::8ceef258-2e35-4a73-b83a-c9bd2c4bbe22" providerId="AD" clId="Web-{7246C714-D708-FE8B-74AC-ABB0768D00F2}" dt="2026-04-17T23:56:28.861" v="5" actId="20577"/>
      <pc:docMkLst>
        <pc:docMk/>
      </pc:docMkLst>
      <pc:sldChg chg="modSp">
        <pc:chgData name="bryan.tzorin-W214368293" userId="S::w214368293@student.hccs.edu::8ceef258-2e35-4a73-b83a-c9bd2c4bbe22" providerId="AD" clId="Web-{7246C714-D708-FE8B-74AC-ABB0768D00F2}" dt="2026-04-17T23:56:28.861" v="5" actId="20577"/>
        <pc:sldMkLst>
          <pc:docMk/>
          <pc:sldMk cId="109857222" sldId="256"/>
        </pc:sldMkLst>
        <pc:spChg chg="mod">
          <ac:chgData name="bryan.tzorin-W214368293" userId="S::w214368293@student.hccs.edu::8ceef258-2e35-4a73-b83a-c9bd2c4bbe22" providerId="AD" clId="Web-{7246C714-D708-FE8B-74AC-ABB0768D00F2}" dt="2026-04-17T23:56:28.861" v="5" actId="20577"/>
          <ac:spMkLst>
            <pc:docMk/>
            <pc:sldMk cId="109857222" sldId="256"/>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678426" y="889820"/>
            <a:ext cx="9989574" cy="3598606"/>
          </a:xfrm>
        </p:spPr>
        <p:txBody>
          <a:bodyPr anchor="t">
            <a:normAutofit/>
          </a:bodyPr>
          <a:lstStyle>
            <a:lvl1pPr algn="l">
              <a:defRPr sz="5400"/>
            </a:lvl1pPr>
          </a:lstStyle>
          <a:p>
            <a:r>
              <a:rPr lang="en-US" dirty="0"/>
              <a:t>Click to edit Master title style</a:t>
            </a:r>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678426"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12575099-B3AD-44D7-919B-BCB6DC3E7F21}" type="datetimeFigureOut">
              <a:rPr lang="en-US" dirty="0"/>
              <a:t>4/17/2026</a:t>
            </a:fld>
            <a:endParaRPr lang="en-US" dirty="0"/>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722777045"/>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2A4BF121-2723-4D35-ADA9-215CD054C4BC}" type="datetimeFigureOut">
              <a:rPr lang="en-US" dirty="0"/>
              <a:t>4/17/2026</a:t>
            </a:fld>
            <a:endParaRPr lang="en-US" dirty="0"/>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3708975504"/>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C54F54BA-4BC6-480F-839C-951A49B248A9}" type="datetimeFigureOut">
              <a:rPr lang="en-US" dirty="0"/>
              <a:t>4/17/2026</a:t>
            </a:fld>
            <a:endParaRPr lang="en-US" dirty="0"/>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2185220848"/>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22096"/>
            <a:ext cx="10691265" cy="1127930"/>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15383" y="2128684"/>
            <a:ext cx="5304417" cy="38444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72200" y="2128684"/>
            <a:ext cx="5219700" cy="38444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0F9DD0EA-4726-4440-BF9D-E88296FC3068}" type="datetimeFigureOut">
              <a:rPr lang="en-US" dirty="0"/>
              <a:t>4/17/2026</a:t>
            </a:fld>
            <a:endParaRPr lang="en-US" dirty="0"/>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17288333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685887" y="929148"/>
            <a:ext cx="10640005" cy="761540"/>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15384" y="1681163"/>
            <a:ext cx="5282192" cy="657225"/>
          </a:xfrm>
        </p:spPr>
        <p:txBody>
          <a:bodyPr anchor="b">
            <a:normAutofit/>
          </a:bodyPr>
          <a:lstStyle>
            <a:lvl1pPr marL="0" indent="0">
              <a:buNone/>
              <a:defRPr sz="1600" b="1">
                <a:latin typeface="+mj-lt"/>
              </a:defRPr>
            </a:lvl1pPr>
            <a:lvl2pPr marL="457200" indent="0">
              <a:buNone/>
              <a:defRPr sz="1600" b="1"/>
            </a:lvl2pPr>
            <a:lvl3pPr marL="914400" indent="0">
              <a:buNone/>
              <a:defRPr sz="16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15384" y="2505075"/>
            <a:ext cx="5282192" cy="342377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72200" y="1681163"/>
            <a:ext cx="5183188" cy="657225"/>
          </a:xfrm>
        </p:spPr>
        <p:txBody>
          <a:bodyPr anchor="b">
            <a:normAutofit/>
          </a:bodyPr>
          <a:lstStyle>
            <a:lvl1pPr marL="0" indent="0">
              <a:buNone/>
              <a:defRPr sz="1600" b="1">
                <a:latin typeface="+mj-lt"/>
              </a:defRPr>
            </a:lvl1pPr>
            <a:lvl2pPr marL="457200" indent="0">
              <a:buNone/>
              <a:defRPr sz="1600" b="1"/>
            </a:lvl2pPr>
            <a:lvl3pPr marL="914400" indent="0">
              <a:buNone/>
              <a:defRPr sz="16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72200" y="2505075"/>
            <a:ext cx="5183188" cy="342377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19CAD10D-99D1-46B2-A85A-C16850FCF8CF}" type="datetimeFigureOut">
              <a:rPr lang="en-US" dirty="0"/>
              <a:t>4/17/2026</a:t>
            </a:fld>
            <a:endParaRPr lang="en-US" dirty="0"/>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15588144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48C67E51-34D6-4E3D-8F41-CC63EA446EDD}" type="datetimeFigureOut">
              <a:rPr lang="en-US" dirty="0"/>
              <a:t>4/17/2026</a:t>
            </a:fld>
            <a:endParaRPr lang="en-US" dirty="0"/>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19330223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8D49E550-CE3F-497F-B953-7DE0932F91C0}" type="datetimeFigureOut">
              <a:rPr lang="en-US" dirty="0"/>
              <a:t>4/17/2026</a:t>
            </a:fld>
            <a:endParaRPr lang="en-US" dirty="0"/>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20257574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678426" y="781665"/>
            <a:ext cx="4093599" cy="1223452"/>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688258" y="2315497"/>
            <a:ext cx="4093599" cy="355349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217A0BF4-BAA0-4539-95F2-9C4277F97478}" type="datetimeFigureOut">
              <a:rPr lang="en-US" dirty="0"/>
              <a:t>4/17/2026</a:t>
            </a:fld>
            <a:endParaRPr lang="en-US" dirty="0"/>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133321496"/>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683342" y="1066800"/>
            <a:ext cx="4103431" cy="1317523"/>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3905F473-761A-4002-AF70-9FF878D0139E}"/>
              </a:ext>
            </a:extLst>
          </p:cNvPr>
          <p:cNvSpPr>
            <a:spLocks noGrp="1" noChangeAspect="1"/>
          </p:cNvSpPr>
          <p:nvPr>
            <p:ph type="pic" idx="1"/>
          </p:nvPr>
        </p:nvSpPr>
        <p:spPr>
          <a:xfrm>
            <a:off x="5183188" y="1066800"/>
            <a:ext cx="6172200" cy="4794250"/>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683342"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2E9884E-D945-496C-84BE-49C61F78F9EC}" type="datetimeFigureOut">
              <a:rPr lang="en-US" dirty="0"/>
              <a:t>4/17/2026</a:t>
            </a:fld>
            <a:endParaRPr lang="en-US" dirty="0"/>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2460811354"/>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F18115DA-6CBC-4AEF-A85F-371C66916CF8}" type="datetimeFigureOut">
              <a:rPr lang="en-US" dirty="0"/>
              <a:t>4/17/2026</a:t>
            </a:fld>
            <a:endParaRPr lang="en-US" dirty="0"/>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1054762581"/>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838200" y="997973"/>
            <a:ext cx="8404122" cy="4984956"/>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2A6007E4-95E8-4ABC-B20B-51235318A487}" type="datetimeFigureOut">
              <a:rPr lang="en-US" dirty="0"/>
              <a:t>4/17/2026</a:t>
            </a:fld>
            <a:endParaRPr lang="en-US" dirty="0"/>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3536228489"/>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22096"/>
            <a:ext cx="10691265" cy="137103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93126"/>
            <a:ext cx="10691265" cy="363608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92594" cy="365125"/>
          </a:xfrm>
          <a:prstGeom prst="rect">
            <a:avLst/>
          </a:prstGeom>
        </p:spPr>
        <p:txBody>
          <a:bodyPr vert="horz" lIns="91440" tIns="45720" rIns="91440" bIns="45720" rtlCol="0" anchor="ctr"/>
          <a:lstStyle>
            <a:lvl1pPr algn="r">
              <a:defRPr sz="1050">
                <a:solidFill>
                  <a:schemeClr val="tx1"/>
                </a:solidFill>
                <a:latin typeface="+mj-lt"/>
              </a:defRPr>
            </a:lvl1pPr>
          </a:lstStyle>
          <a:p>
            <a:fld id="{CD438618-DEE5-47CF-A8B2-A9E090D503CD}" type="datetimeFigureOut">
              <a:rPr lang="en-US" dirty="0"/>
              <a:t>4/17/2026</a:t>
            </a:fld>
            <a:endParaRPr lang="en-US" dirty="0"/>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15383"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r>
              <a:rPr lang="en-US" dirty="0"/>
              <a:t>
              </a:t>
            </a:r>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E30AF5A0-43BB-4336-8627-9123B9144D80}" type="slidenum">
              <a:rPr lang="en-US" dirty="0"/>
              <a:t>‹#›</a:t>
            </a:fld>
            <a:endParaRPr lang="en-US" dirty="0"/>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068433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672">
          <p15:clr>
            <a:srgbClr val="F26B43"/>
          </p15:clr>
        </p15:guide>
        <p15:guide id="4" orient="horz" pos="912">
          <p15:clr>
            <a:srgbClr val="F26B43"/>
          </p15:clr>
        </p15:guide>
        <p15:guide id="5" pos="7176">
          <p15:clr>
            <a:srgbClr val="F26B43"/>
          </p15:clr>
        </p15:guide>
        <p15:guide id="6" pos="504">
          <p15:clr>
            <a:srgbClr val="F26B43"/>
          </p15:clr>
        </p15:guide>
        <p15:guide id="7" orient="horz" pos="3864">
          <p15:clr>
            <a:srgbClr val="F26B43"/>
          </p15:clr>
        </p15:guide>
        <p15:guide id="8" orient="horz" pos="45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theguardian.com/technology/2025/dec/27/more-than-20-of-videos-shown-to-new-youtube-users-are-ai-slop-study-finds" TargetMode="External"/><Relationship Id="rId7" Type="http://schemas.openxmlformats.org/officeDocument/2006/relationships/hyperlink" Target="https://compliancehub.wiki/social-media-manipulation-and-the-evolution-of-synthetic-influence-2025-analysis?utm_source=chatgpt.com" TargetMode="External"/><Relationship Id="rId2" Type="http://schemas.openxmlformats.org/officeDocument/2006/relationships/hyperlink" Target="https://www.mdpi.com/2079-8954/13/10/925" TargetMode="External"/><Relationship Id="rId1" Type="http://schemas.openxmlformats.org/officeDocument/2006/relationships/slideLayout" Target="../slideLayouts/slideLayout2.xml"/><Relationship Id="rId6" Type="http://schemas.openxmlformats.org/officeDocument/2006/relationships/hyperlink" Target="https://arxiv.org/abs/2505.10266" TargetMode="External"/><Relationship Id="rId5" Type="http://schemas.openxmlformats.org/officeDocument/2006/relationships/hyperlink" Target="https://pulitzercenter.org/node/35659?utm_source=chatgpt.com" TargetMode="External"/><Relationship Id="rId4" Type="http://schemas.openxmlformats.org/officeDocument/2006/relationships/hyperlink" Target="https://oecd.ai/en/incidents/2026-03-24-254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600" b="1">
                <a:highlight>
                  <a:srgbClr val="FFFFFF"/>
                </a:highlight>
                <a:latin typeface="Times New Roman"/>
                <a:cs typeface="Times New Roman"/>
              </a:rPr>
              <a:t>In-Depth Case Study Analysis: Abuse of AI in Social Media</a:t>
            </a:r>
            <a:br>
              <a:rPr lang="en-US" sz="3600" b="1" dirty="0">
                <a:highlight>
                  <a:srgbClr val="FFFFFF"/>
                </a:highlight>
                <a:latin typeface="Times New Roman"/>
                <a:cs typeface="Times New Roman"/>
              </a:rPr>
            </a:br>
            <a:r>
              <a:rPr lang="en-US" sz="3600" b="1">
                <a:highlight>
                  <a:srgbClr val="FFFFFF"/>
                </a:highlight>
                <a:latin typeface="Times New Roman"/>
                <a:cs typeface="Times New Roman"/>
              </a:rPr>
              <a:t>AI Algorithms, Advertising, and Content Manipulation on Meta and YouTube</a:t>
            </a:r>
            <a:endParaRPr lang="en-US" sz="3600"/>
          </a:p>
        </p:txBody>
      </p:sp>
      <p:sp>
        <p:nvSpPr>
          <p:cNvPr id="3" name="Subtitle 2"/>
          <p:cNvSpPr>
            <a:spLocks noGrp="1"/>
          </p:cNvSpPr>
          <p:nvPr>
            <p:ph type="subTitle" idx="1"/>
          </p:nvPr>
        </p:nvSpPr>
        <p:spPr>
          <a:xfrm>
            <a:off x="678656" y="4491275"/>
            <a:ext cx="2857501" cy="1655762"/>
          </a:xfrm>
        </p:spPr>
        <p:txBody>
          <a:bodyPr vert="horz" lIns="91440" tIns="45720" rIns="91440" bIns="45720" rtlCol="0" anchor="t">
            <a:normAutofit/>
          </a:bodyPr>
          <a:lstStyle/>
          <a:p>
            <a:r>
              <a:rPr lang="en-US" sz="1200" dirty="0">
                <a:highlight>
                  <a:srgbClr val="FFFFFF"/>
                </a:highlight>
                <a:latin typeface="Times New Roman"/>
                <a:cs typeface="Times New Roman"/>
              </a:rPr>
              <a:t>Bryan </a:t>
            </a:r>
            <a:r>
              <a:rPr lang="en-US" sz="1200" dirty="0" err="1">
                <a:highlight>
                  <a:srgbClr val="FFFFFF"/>
                </a:highlight>
                <a:latin typeface="Times New Roman"/>
                <a:cs typeface="Times New Roman"/>
              </a:rPr>
              <a:t>Tzorin</a:t>
            </a:r>
          </a:p>
          <a:p>
            <a:r>
              <a:rPr lang="en-US" sz="1200">
                <a:highlight>
                  <a:srgbClr val="FFFFFF"/>
                </a:highlight>
                <a:latin typeface="Times New Roman"/>
                <a:cs typeface="Times New Roman"/>
              </a:rPr>
              <a:t>Professor Ganti</a:t>
            </a:r>
            <a:endParaRPr lang="en-US" sz="1200">
              <a:highlight>
                <a:srgbClr val="606060"/>
              </a:highlight>
              <a:latin typeface="Times New Roman"/>
              <a:cs typeface="Times New Roman"/>
            </a:endParaRPr>
          </a:p>
          <a:p>
            <a:r>
              <a:rPr lang="en-US" sz="1200">
                <a:highlight>
                  <a:srgbClr val="FFFFFF"/>
                </a:highlight>
                <a:latin typeface="Times New Roman"/>
                <a:cs typeface="Times New Roman"/>
              </a:rPr>
              <a:t>ITAI 2372</a:t>
            </a:r>
            <a:endParaRPr lang="en-US" sz="1200">
              <a:highlight>
                <a:srgbClr val="606060"/>
              </a:highlight>
              <a:latin typeface="Times New Roman"/>
              <a:cs typeface="Times New Roman"/>
            </a:endParaRPr>
          </a:p>
          <a:p>
            <a:r>
              <a:rPr lang="en-US" sz="1200">
                <a:highlight>
                  <a:srgbClr val="FFFFFF"/>
                </a:highlight>
                <a:latin typeface="Times New Roman"/>
                <a:cs typeface="Times New Roman"/>
              </a:rPr>
              <a:t>28th March 2026</a:t>
            </a:r>
            <a:endParaRPr lang="en-US"/>
          </a:p>
          <a:p>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BA20E-2CC2-E856-F4C6-A751C0BB4466}"/>
              </a:ext>
            </a:extLst>
          </p:cNvPr>
          <p:cNvSpPr>
            <a:spLocks noGrp="1"/>
          </p:cNvSpPr>
          <p:nvPr>
            <p:ph type="title"/>
          </p:nvPr>
        </p:nvSpPr>
        <p:spPr/>
        <p:txBody>
          <a:bodyPr>
            <a:normAutofit/>
          </a:bodyPr>
          <a:lstStyle/>
          <a:p>
            <a:r>
              <a:rPr lang="en-US" sz="3600" b="1">
                <a:highlight>
                  <a:srgbClr val="FFFFFF"/>
                </a:highlight>
                <a:latin typeface="Times New Roman"/>
                <a:cs typeface="Times New Roman"/>
              </a:rPr>
              <a:t>Introduction</a:t>
            </a:r>
            <a:endParaRPr lang="en-US" sz="3600">
              <a:highlight>
                <a:srgbClr val="606060"/>
              </a:highlight>
              <a:latin typeface="Times New Roman"/>
              <a:cs typeface="Times New Roman"/>
            </a:endParaRPr>
          </a:p>
        </p:txBody>
      </p:sp>
      <p:sp>
        <p:nvSpPr>
          <p:cNvPr id="3" name="Content Placeholder 2">
            <a:extLst>
              <a:ext uri="{FF2B5EF4-FFF2-40B4-BE49-F238E27FC236}">
                <a16:creationId xmlns:a16="http://schemas.microsoft.com/office/drawing/2014/main" id="{725D8094-904E-DB8C-FB07-F135DF5C09CC}"/>
              </a:ext>
            </a:extLst>
          </p:cNvPr>
          <p:cNvSpPr>
            <a:spLocks noGrp="1"/>
          </p:cNvSpPr>
          <p:nvPr>
            <p:ph idx="1"/>
          </p:nvPr>
        </p:nvSpPr>
        <p:spPr>
          <a:xfrm>
            <a:off x="700635" y="1983563"/>
            <a:ext cx="10012609" cy="2635964"/>
          </a:xfrm>
        </p:spPr>
        <p:txBody>
          <a:bodyPr vert="horz" lIns="91440" tIns="45720" rIns="91440" bIns="45720" rtlCol="0" anchor="t">
            <a:normAutofit/>
          </a:bodyPr>
          <a:lstStyle/>
          <a:p>
            <a:pPr>
              <a:buNone/>
            </a:pPr>
            <a:r>
              <a:rPr lang="en-US" sz="1200" dirty="0">
                <a:highlight>
                  <a:srgbClr val="FFFFFF"/>
                </a:highlight>
                <a:latin typeface="Times New Roman"/>
                <a:cs typeface="Times New Roman"/>
              </a:rPr>
              <a:t>Artificial Intelligence (AI) is a key component of social media platforms such as Meta Platforms and YouTube. Social media platforms use AI to tailor the content that users see and to target advertisements at specific groups of individuals. While AI improves efficiency and the user experience of social media platforms, it also introduces new ways to abuse those platforms.</a:t>
            </a:r>
            <a:endParaRPr lang="en-US" sz="1200" dirty="0">
              <a:highlight>
                <a:srgbClr val="606060"/>
              </a:highlight>
              <a:latin typeface="Times New Roman"/>
              <a:cs typeface="Times New Roman"/>
            </a:endParaRPr>
          </a:p>
          <a:p>
            <a:pPr>
              <a:buNone/>
            </a:pPr>
            <a:r>
              <a:rPr lang="en-US" sz="1200">
                <a:highlight>
                  <a:srgbClr val="FFFFFF"/>
                </a:highlight>
                <a:latin typeface="Times New Roman"/>
                <a:cs typeface="Times New Roman"/>
              </a:rPr>
              <a:t>Artificial intelligence has evolved into generative AI, which creates videos, advertisements, and social media channels. AI is even used during events like the Super Bowl to create advertisements that target specific audiences. The use and abuse of AI on social media platforms will be discussed in this paper, with a focus on the ethics of AI on social media, its impacts on society, and the risks that may exist in the future from such technologies.</a:t>
            </a:r>
            <a:endParaRPr lang="en-US" sz="1200">
              <a:highlight>
                <a:srgbClr val="606060"/>
              </a:highlight>
              <a:latin typeface="Times New Roman"/>
              <a:cs typeface="Times New Roman"/>
            </a:endParaRPr>
          </a:p>
          <a:p>
            <a:pPr marL="0" indent="0">
              <a:buNone/>
            </a:pPr>
            <a:endParaRPr lang="en-US" dirty="0"/>
          </a:p>
        </p:txBody>
      </p:sp>
      <p:sp>
        <p:nvSpPr>
          <p:cNvPr id="4" name="Date Placeholder 3">
            <a:extLst>
              <a:ext uri="{FF2B5EF4-FFF2-40B4-BE49-F238E27FC236}">
                <a16:creationId xmlns:a16="http://schemas.microsoft.com/office/drawing/2014/main" id="{940E7DF3-CF85-66BA-53DD-10EC4F538C33}"/>
              </a:ext>
            </a:extLst>
          </p:cNvPr>
          <p:cNvSpPr>
            <a:spLocks noGrp="1"/>
          </p:cNvSpPr>
          <p:nvPr>
            <p:ph type="dt" sz="half" idx="10"/>
          </p:nvPr>
        </p:nvSpPr>
        <p:spPr/>
        <p:txBody>
          <a:bodyPr/>
          <a:lstStyle/>
          <a:p>
            <a:fld id="{E3B341B4-5171-477D-9D37-B5196282F5C6}" type="datetime1">
              <a:t>4/17/2026</a:t>
            </a:fld>
            <a:endParaRPr lang="en-US" dirty="0"/>
          </a:p>
        </p:txBody>
      </p:sp>
      <p:sp>
        <p:nvSpPr>
          <p:cNvPr id="5" name="Footer Placeholder 4">
            <a:extLst>
              <a:ext uri="{FF2B5EF4-FFF2-40B4-BE49-F238E27FC236}">
                <a16:creationId xmlns:a16="http://schemas.microsoft.com/office/drawing/2014/main" id="{BDE7E201-F0B5-49B0-8CC0-13FA5D6C03B6}"/>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0AC93B3E-9CB5-526A-5DA4-7BEE92E73C35}"/>
              </a:ext>
            </a:extLst>
          </p:cNvPr>
          <p:cNvSpPr>
            <a:spLocks noGrp="1"/>
          </p:cNvSpPr>
          <p:nvPr>
            <p:ph type="sldNum" sz="quarter" idx="12"/>
          </p:nvPr>
        </p:nvSpPr>
        <p:spPr/>
        <p:txBody>
          <a:bodyPr/>
          <a:lstStyle/>
          <a:p>
            <a:fld id="{E30AF5A0-43BB-4336-8627-9123B9144D80}" type="slidenum">
              <a:rPr lang="en-US" dirty="0"/>
              <a:t>2</a:t>
            </a:fld>
            <a:endParaRPr lang="en-US" dirty="0"/>
          </a:p>
        </p:txBody>
      </p:sp>
    </p:spTree>
    <p:extLst>
      <p:ext uri="{BB962C8B-B14F-4D97-AF65-F5344CB8AC3E}">
        <p14:creationId xmlns:p14="http://schemas.microsoft.com/office/powerpoint/2010/main" val="2903302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39A19-51C4-2F01-779F-092B1EA31A5D}"/>
              </a:ext>
            </a:extLst>
          </p:cNvPr>
          <p:cNvSpPr>
            <a:spLocks noGrp="1"/>
          </p:cNvSpPr>
          <p:nvPr>
            <p:ph type="title"/>
          </p:nvPr>
        </p:nvSpPr>
        <p:spPr/>
        <p:txBody>
          <a:bodyPr>
            <a:normAutofit/>
          </a:bodyPr>
          <a:lstStyle/>
          <a:p>
            <a:r>
              <a:rPr lang="en-US" sz="3600" b="1">
                <a:highlight>
                  <a:srgbClr val="FFFFFF"/>
                </a:highlight>
                <a:latin typeface="Times New Roman"/>
                <a:cs typeface="Times New Roman"/>
              </a:rPr>
              <a:t>Description of the AI Technology</a:t>
            </a:r>
            <a:endParaRPr lang="en-US" sz="3600">
              <a:highlight>
                <a:srgbClr val="606060"/>
              </a:highlight>
              <a:latin typeface="Times New Roman"/>
              <a:cs typeface="Times New Roman"/>
            </a:endParaRPr>
          </a:p>
        </p:txBody>
      </p:sp>
      <p:sp>
        <p:nvSpPr>
          <p:cNvPr id="3" name="Content Placeholder 2">
            <a:extLst>
              <a:ext uri="{FF2B5EF4-FFF2-40B4-BE49-F238E27FC236}">
                <a16:creationId xmlns:a16="http://schemas.microsoft.com/office/drawing/2014/main" id="{E1AA5602-D95A-6723-1128-63B95C902DA6}"/>
              </a:ext>
            </a:extLst>
          </p:cNvPr>
          <p:cNvSpPr>
            <a:spLocks noGrp="1"/>
          </p:cNvSpPr>
          <p:nvPr>
            <p:ph idx="1"/>
          </p:nvPr>
        </p:nvSpPr>
        <p:spPr>
          <a:xfrm>
            <a:off x="712541" y="2305032"/>
            <a:ext cx="10679359" cy="2826464"/>
          </a:xfrm>
        </p:spPr>
        <p:txBody>
          <a:bodyPr vert="horz" lIns="91440" tIns="45720" rIns="91440" bIns="45720" rtlCol="0" anchor="t">
            <a:normAutofit/>
          </a:bodyPr>
          <a:lstStyle/>
          <a:p>
            <a:pPr>
              <a:buNone/>
            </a:pPr>
            <a:r>
              <a:rPr lang="en-US" sz="1200" dirty="0">
                <a:highlight>
                  <a:srgbClr val="FFFFFF"/>
                </a:highlight>
                <a:latin typeface="Times New Roman"/>
                <a:cs typeface="Times New Roman"/>
              </a:rPr>
              <a:t>The AI systems that are used within social media platforms include machine learning, deep learning, and recommendation algorithms. Each of these algorithms analyze the data from the users who access the platforms to recommend to each individual the content that they are most likely to interact with.</a:t>
            </a:r>
            <a:endParaRPr lang="en-US" sz="1200" dirty="0">
              <a:highlight>
                <a:srgbClr val="606060"/>
              </a:highlight>
              <a:latin typeface="Times New Roman"/>
              <a:cs typeface="Times New Roman"/>
            </a:endParaRPr>
          </a:p>
          <a:p>
            <a:pPr>
              <a:buNone/>
            </a:pPr>
            <a:r>
              <a:rPr lang="en-US" sz="1200" dirty="0">
                <a:highlight>
                  <a:srgbClr val="FFFFFF"/>
                </a:highlight>
                <a:latin typeface="Times New Roman"/>
                <a:cs typeface="Times New Roman"/>
              </a:rPr>
              <a:t>Additionally, generative AI technologies are also utilized by social media platforms. AI-generated video content, for instance, has become widespread and is now seamlessly woven into our cultural fabric within platforms like YouTube .</a:t>
            </a:r>
            <a:endParaRPr lang="en-US" sz="1200" dirty="0">
              <a:highlight>
                <a:srgbClr val="606060"/>
              </a:highlight>
              <a:latin typeface="Times New Roman"/>
              <a:cs typeface="Times New Roman"/>
            </a:endParaRPr>
          </a:p>
          <a:p>
            <a:pPr>
              <a:buNone/>
            </a:pPr>
            <a:r>
              <a:rPr lang="en-US" sz="1200" dirty="0">
                <a:highlight>
                  <a:srgbClr val="FFFFFF"/>
                </a:highlight>
                <a:latin typeface="Times New Roman"/>
                <a:cs typeface="Times New Roman"/>
              </a:rPr>
              <a:t>Finally, AI systems are also used for advertising on social media platforms. AI algorithms evaluate the data from each user to determine which advertisements to show to each individual user. Furthermore, during events like the Super Bowl, AI algorithms are used to continue to maximize the engagement with those advertisements.</a:t>
            </a:r>
            <a:endParaRPr lang="en-US" sz="1200" dirty="0">
              <a:highlight>
                <a:srgbClr val="606060"/>
              </a:highlight>
              <a:latin typeface="Times New Roman"/>
              <a:cs typeface="Times New Roman"/>
            </a:endParaRPr>
          </a:p>
          <a:p>
            <a:pPr marL="0" indent="0">
              <a:buNone/>
            </a:pPr>
            <a:endParaRPr lang="en-US" dirty="0"/>
          </a:p>
        </p:txBody>
      </p:sp>
      <p:sp>
        <p:nvSpPr>
          <p:cNvPr id="4" name="Date Placeholder 3">
            <a:extLst>
              <a:ext uri="{FF2B5EF4-FFF2-40B4-BE49-F238E27FC236}">
                <a16:creationId xmlns:a16="http://schemas.microsoft.com/office/drawing/2014/main" id="{6380F361-4D51-55DD-B478-C92037FB25E3}"/>
              </a:ext>
            </a:extLst>
          </p:cNvPr>
          <p:cNvSpPr>
            <a:spLocks noGrp="1"/>
          </p:cNvSpPr>
          <p:nvPr>
            <p:ph type="dt" sz="half" idx="10"/>
          </p:nvPr>
        </p:nvSpPr>
        <p:spPr/>
        <p:txBody>
          <a:bodyPr/>
          <a:lstStyle/>
          <a:p>
            <a:fld id="{F7766DBA-4EF8-49CC-BA2F-699FC3D1A983}" type="datetime1">
              <a:t>4/17/2026</a:t>
            </a:fld>
            <a:endParaRPr lang="en-US" dirty="0"/>
          </a:p>
        </p:txBody>
      </p:sp>
      <p:sp>
        <p:nvSpPr>
          <p:cNvPr id="5" name="Footer Placeholder 4">
            <a:extLst>
              <a:ext uri="{FF2B5EF4-FFF2-40B4-BE49-F238E27FC236}">
                <a16:creationId xmlns:a16="http://schemas.microsoft.com/office/drawing/2014/main" id="{12625234-8D38-B53E-86AF-6B88548288D5}"/>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7B6179E-0116-536F-46BB-CDFB97C0D5D0}"/>
              </a:ext>
            </a:extLst>
          </p:cNvPr>
          <p:cNvSpPr>
            <a:spLocks noGrp="1"/>
          </p:cNvSpPr>
          <p:nvPr>
            <p:ph type="sldNum" sz="quarter" idx="12"/>
          </p:nvPr>
        </p:nvSpPr>
        <p:spPr/>
        <p:txBody>
          <a:bodyPr/>
          <a:lstStyle/>
          <a:p>
            <a:fld id="{E30AF5A0-43BB-4336-8627-9123B9144D80}" type="slidenum">
              <a:rPr lang="en-US" dirty="0"/>
              <a:t>3</a:t>
            </a:fld>
            <a:endParaRPr lang="en-US" dirty="0"/>
          </a:p>
        </p:txBody>
      </p:sp>
    </p:spTree>
    <p:extLst>
      <p:ext uri="{BB962C8B-B14F-4D97-AF65-F5344CB8AC3E}">
        <p14:creationId xmlns:p14="http://schemas.microsoft.com/office/powerpoint/2010/main" val="3180681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BA56B-D02C-5BFB-073D-D7554CE24274}"/>
              </a:ext>
            </a:extLst>
          </p:cNvPr>
          <p:cNvSpPr>
            <a:spLocks noGrp="1"/>
          </p:cNvSpPr>
          <p:nvPr>
            <p:ph type="title"/>
          </p:nvPr>
        </p:nvSpPr>
        <p:spPr/>
        <p:txBody>
          <a:bodyPr>
            <a:normAutofit/>
          </a:bodyPr>
          <a:lstStyle/>
          <a:p>
            <a:r>
              <a:rPr lang="en-US" sz="3600" b="1">
                <a:highlight>
                  <a:srgbClr val="FFFFFF"/>
                </a:highlight>
                <a:latin typeface="Times New Roman"/>
                <a:cs typeface="Times New Roman"/>
              </a:rPr>
              <a:t>Implementation in the Industry</a:t>
            </a:r>
            <a:endParaRPr lang="en-US" sz="3600">
              <a:highlight>
                <a:srgbClr val="606060"/>
              </a:highlight>
              <a:latin typeface="Times New Roman"/>
              <a:cs typeface="Times New Roman"/>
            </a:endParaRPr>
          </a:p>
        </p:txBody>
      </p:sp>
      <p:sp>
        <p:nvSpPr>
          <p:cNvPr id="3" name="Content Placeholder 2">
            <a:extLst>
              <a:ext uri="{FF2B5EF4-FFF2-40B4-BE49-F238E27FC236}">
                <a16:creationId xmlns:a16="http://schemas.microsoft.com/office/drawing/2014/main" id="{0D82F398-3C28-84BE-D955-8C2143E86E79}"/>
              </a:ext>
            </a:extLst>
          </p:cNvPr>
          <p:cNvSpPr>
            <a:spLocks noGrp="1"/>
          </p:cNvSpPr>
          <p:nvPr>
            <p:ph idx="1"/>
          </p:nvPr>
        </p:nvSpPr>
        <p:spPr>
          <a:xfrm>
            <a:off x="510135" y="1912126"/>
            <a:ext cx="10179296" cy="2981246"/>
          </a:xfrm>
        </p:spPr>
        <p:txBody>
          <a:bodyPr vert="horz" lIns="91440" tIns="45720" rIns="91440" bIns="45720" rtlCol="0" anchor="t">
            <a:normAutofit/>
          </a:bodyPr>
          <a:lstStyle/>
          <a:p>
            <a:pPr>
              <a:buNone/>
            </a:pPr>
            <a:r>
              <a:rPr lang="en-US" sz="1200">
                <a:highlight>
                  <a:srgbClr val="FFFFFF"/>
                </a:highlight>
                <a:latin typeface="Times New Roman"/>
                <a:cs typeface="Times New Roman"/>
              </a:rPr>
              <a:t>AI is implemented in social media through several different systems. For example:</a:t>
            </a:r>
            <a:endParaRPr lang="en-US" sz="1200">
              <a:highlight>
                <a:srgbClr val="606060"/>
              </a:highlight>
              <a:latin typeface="Times New Roman"/>
              <a:cs typeface="Times New Roman"/>
            </a:endParaRPr>
          </a:p>
          <a:p>
            <a:pPr>
              <a:buFont typeface="Arial"/>
              <a:buChar char="•"/>
            </a:pPr>
            <a:r>
              <a:rPr lang="en-US" sz="1200">
                <a:highlight>
                  <a:srgbClr val="FFFFFF"/>
                </a:highlight>
                <a:latin typeface="Times New Roman"/>
                <a:cs typeface="Times New Roman"/>
              </a:rPr>
              <a:t>Recommendation algorithms that control the content that is published to the user’s social media feed</a:t>
            </a:r>
            <a:endParaRPr lang="en-US" sz="1200">
              <a:highlight>
                <a:srgbClr val="606060"/>
              </a:highlight>
              <a:latin typeface="Times New Roman"/>
              <a:cs typeface="Times New Roman"/>
            </a:endParaRPr>
          </a:p>
          <a:p>
            <a:pPr>
              <a:buFont typeface="Arial"/>
              <a:buChar char="•"/>
            </a:pPr>
            <a:r>
              <a:rPr lang="en-US" sz="1200">
                <a:highlight>
                  <a:srgbClr val="FFFFFF"/>
                </a:highlight>
                <a:latin typeface="Times New Roman"/>
                <a:cs typeface="Times New Roman"/>
              </a:rPr>
              <a:t>Ad targeting systems that ensure that individuals are exposed to specific advertisements</a:t>
            </a:r>
            <a:endParaRPr lang="en-US" sz="1200">
              <a:highlight>
                <a:srgbClr val="606060"/>
              </a:highlight>
              <a:latin typeface="Times New Roman"/>
              <a:cs typeface="Times New Roman"/>
            </a:endParaRPr>
          </a:p>
          <a:p>
            <a:pPr>
              <a:buFont typeface="Arial"/>
              <a:buChar char="•"/>
            </a:pPr>
            <a:r>
              <a:rPr lang="en-US" sz="1200">
                <a:highlight>
                  <a:srgbClr val="FFFFFF"/>
                </a:highlight>
                <a:latin typeface="Times New Roman"/>
                <a:cs typeface="Times New Roman"/>
              </a:rPr>
              <a:t>Content filtering and moderation with AI</a:t>
            </a:r>
            <a:endParaRPr lang="en-US" sz="1200">
              <a:highlight>
                <a:srgbClr val="606060"/>
              </a:highlight>
              <a:latin typeface="Times New Roman"/>
              <a:cs typeface="Times New Roman"/>
            </a:endParaRPr>
          </a:p>
          <a:p>
            <a:pPr>
              <a:buFont typeface="Arial"/>
              <a:buChar char="•"/>
            </a:pPr>
            <a:r>
              <a:rPr lang="en-US" sz="1200">
                <a:highlight>
                  <a:srgbClr val="FFFFFF"/>
                </a:highlight>
                <a:latin typeface="Times New Roman"/>
                <a:cs typeface="Times New Roman"/>
              </a:rPr>
              <a:t>The implementation of generative AI systems that produce videos and social media posts</a:t>
            </a:r>
            <a:endParaRPr lang="en-US" sz="1200">
              <a:highlight>
                <a:srgbClr val="606060"/>
              </a:highlight>
              <a:latin typeface="Times New Roman"/>
              <a:cs typeface="Times New Roman"/>
            </a:endParaRPr>
          </a:p>
          <a:p>
            <a:pPr indent="0">
              <a:buNone/>
            </a:pPr>
            <a:r>
              <a:rPr lang="en-US" sz="1200" dirty="0">
                <a:highlight>
                  <a:srgbClr val="FFFFFF"/>
                </a:highlight>
                <a:latin typeface="Times New Roman"/>
                <a:cs typeface="Times New Roman"/>
              </a:rPr>
              <a:t>YouTube implements AI to recommend videos to the users based upon their behavior on the platform. However, studies have found that a significant portion of the videos that are recommended to users include AI-generated content. Meta also implements AI to their platforms to create advertisements and to ensure that users interact with their platforms. The company collects information regarding the users and Their interactions with social media in order to create advertisements that are targeted to these individuals.</a:t>
            </a:r>
            <a:endParaRPr lang="en-US"/>
          </a:p>
          <a:p>
            <a:pPr marL="0" indent="0">
              <a:buNone/>
            </a:pPr>
            <a:endParaRPr lang="en-US" dirty="0"/>
          </a:p>
        </p:txBody>
      </p:sp>
      <p:sp>
        <p:nvSpPr>
          <p:cNvPr id="4" name="Date Placeholder 3">
            <a:extLst>
              <a:ext uri="{FF2B5EF4-FFF2-40B4-BE49-F238E27FC236}">
                <a16:creationId xmlns:a16="http://schemas.microsoft.com/office/drawing/2014/main" id="{56FC0A1D-B2FC-376A-9632-35CDDA5E0FE4}"/>
              </a:ext>
            </a:extLst>
          </p:cNvPr>
          <p:cNvSpPr>
            <a:spLocks noGrp="1"/>
          </p:cNvSpPr>
          <p:nvPr>
            <p:ph type="dt" sz="half" idx="10"/>
          </p:nvPr>
        </p:nvSpPr>
        <p:spPr/>
        <p:txBody>
          <a:bodyPr/>
          <a:lstStyle/>
          <a:p>
            <a:fld id="{4B61F807-A600-4497-AD6A-1CFB2D9382F6}" type="datetime1">
              <a:t>4/17/2026</a:t>
            </a:fld>
            <a:endParaRPr lang="en-US" dirty="0"/>
          </a:p>
        </p:txBody>
      </p:sp>
      <p:sp>
        <p:nvSpPr>
          <p:cNvPr id="5" name="Footer Placeholder 4">
            <a:extLst>
              <a:ext uri="{FF2B5EF4-FFF2-40B4-BE49-F238E27FC236}">
                <a16:creationId xmlns:a16="http://schemas.microsoft.com/office/drawing/2014/main" id="{B2B20AD5-1D09-83F5-99C5-C2DAECA97C0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53A9619-0966-D1C1-3897-B731D375703E}"/>
              </a:ext>
            </a:extLst>
          </p:cNvPr>
          <p:cNvSpPr>
            <a:spLocks noGrp="1"/>
          </p:cNvSpPr>
          <p:nvPr>
            <p:ph type="sldNum" sz="quarter" idx="12"/>
          </p:nvPr>
        </p:nvSpPr>
        <p:spPr/>
        <p:txBody>
          <a:bodyPr/>
          <a:lstStyle/>
          <a:p>
            <a:fld id="{E30AF5A0-43BB-4336-8627-9123B9144D80}" type="slidenum">
              <a:rPr lang="en-US" dirty="0"/>
              <a:t>4</a:t>
            </a:fld>
            <a:endParaRPr lang="en-US" dirty="0"/>
          </a:p>
        </p:txBody>
      </p:sp>
    </p:spTree>
    <p:extLst>
      <p:ext uri="{BB962C8B-B14F-4D97-AF65-F5344CB8AC3E}">
        <p14:creationId xmlns:p14="http://schemas.microsoft.com/office/powerpoint/2010/main" val="37586172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211FC-AED4-F063-34E2-DBEF97F2C2E5}"/>
              </a:ext>
            </a:extLst>
          </p:cNvPr>
          <p:cNvSpPr>
            <a:spLocks noGrp="1"/>
          </p:cNvSpPr>
          <p:nvPr>
            <p:ph type="title"/>
          </p:nvPr>
        </p:nvSpPr>
        <p:spPr/>
        <p:txBody>
          <a:bodyPr>
            <a:normAutofit/>
          </a:bodyPr>
          <a:lstStyle/>
          <a:p>
            <a:r>
              <a:rPr lang="en-US" sz="3600" b="1">
                <a:highlight>
                  <a:srgbClr val="FFFFFF"/>
                </a:highlight>
                <a:latin typeface="Times New Roman"/>
                <a:cs typeface="Times New Roman"/>
              </a:rPr>
              <a:t>Benefits of AI in Social Media</a:t>
            </a:r>
            <a:endParaRPr lang="en-US" sz="3600">
              <a:highlight>
                <a:srgbClr val="606060"/>
              </a:highlight>
              <a:latin typeface="Times New Roman"/>
              <a:cs typeface="Times New Roman"/>
            </a:endParaRPr>
          </a:p>
        </p:txBody>
      </p:sp>
      <p:sp>
        <p:nvSpPr>
          <p:cNvPr id="3" name="Content Placeholder 2">
            <a:extLst>
              <a:ext uri="{FF2B5EF4-FFF2-40B4-BE49-F238E27FC236}">
                <a16:creationId xmlns:a16="http://schemas.microsoft.com/office/drawing/2014/main" id="{E316770F-63C7-0B4F-437A-488BF4C75F08}"/>
              </a:ext>
            </a:extLst>
          </p:cNvPr>
          <p:cNvSpPr>
            <a:spLocks noGrp="1"/>
          </p:cNvSpPr>
          <p:nvPr>
            <p:ph idx="1"/>
          </p:nvPr>
        </p:nvSpPr>
        <p:spPr/>
        <p:txBody>
          <a:bodyPr vert="horz" lIns="91440" tIns="45720" rIns="91440" bIns="45720" rtlCol="0" anchor="t">
            <a:normAutofit/>
          </a:bodyPr>
          <a:lstStyle/>
          <a:p>
            <a:pPr>
              <a:buNone/>
            </a:pPr>
            <a:r>
              <a:rPr lang="en-US" sz="1200">
                <a:highlight>
                  <a:srgbClr val="FFFFFF"/>
                </a:highlight>
                <a:latin typeface="Times New Roman"/>
                <a:cs typeface="Times New Roman"/>
              </a:rPr>
              <a:t>AI provides several benefits to both platforms and users.</a:t>
            </a:r>
            <a:endParaRPr lang="en-US" sz="1200">
              <a:highlight>
                <a:srgbClr val="606060"/>
              </a:highlight>
              <a:latin typeface="Times New Roman"/>
              <a:cs typeface="Times New Roman"/>
            </a:endParaRPr>
          </a:p>
          <a:p>
            <a:pPr>
              <a:buNone/>
            </a:pPr>
            <a:r>
              <a:rPr lang="en-US" sz="1200">
                <a:highlight>
                  <a:srgbClr val="FFFFFF"/>
                </a:highlight>
                <a:latin typeface="Times New Roman"/>
                <a:cs typeface="Times New Roman"/>
              </a:rPr>
              <a:t>AI allows for improved personalization of the social media experience for each individual user.</a:t>
            </a:r>
            <a:endParaRPr lang="en-US" sz="1200">
              <a:highlight>
                <a:srgbClr val="606060"/>
              </a:highlight>
              <a:latin typeface="Times New Roman"/>
              <a:cs typeface="Times New Roman"/>
            </a:endParaRPr>
          </a:p>
          <a:p>
            <a:pPr>
              <a:buNone/>
            </a:pPr>
            <a:r>
              <a:rPr lang="en-US" sz="1200">
                <a:highlight>
                  <a:srgbClr val="FFFFFF"/>
                </a:highlight>
                <a:latin typeface="Times New Roman"/>
                <a:cs typeface="Times New Roman"/>
              </a:rPr>
              <a:t>AI also increases efficiency in performing certain tasks within the social media platforms.</a:t>
            </a:r>
            <a:endParaRPr lang="en-US" sz="1200">
              <a:highlight>
                <a:srgbClr val="606060"/>
              </a:highlight>
              <a:latin typeface="Times New Roman"/>
              <a:cs typeface="Times New Roman"/>
            </a:endParaRPr>
          </a:p>
          <a:p>
            <a:pPr>
              <a:buNone/>
            </a:pPr>
            <a:r>
              <a:rPr lang="en-US" sz="1200">
                <a:highlight>
                  <a:srgbClr val="FFFFFF"/>
                </a:highlight>
                <a:latin typeface="Times New Roman"/>
                <a:cs typeface="Times New Roman"/>
              </a:rPr>
              <a:t>Furthermore, AI increases the effectiveness of advertisements on social media platforms. </a:t>
            </a:r>
            <a:endParaRPr lang="en-US" sz="1200">
              <a:highlight>
                <a:srgbClr val="606060"/>
              </a:highlight>
              <a:latin typeface="Times New Roman"/>
              <a:cs typeface="Times New Roman"/>
            </a:endParaRPr>
          </a:p>
          <a:p>
            <a:pPr>
              <a:buNone/>
            </a:pPr>
            <a:r>
              <a:rPr lang="en-US" sz="1200">
                <a:highlight>
                  <a:srgbClr val="FFFFFF"/>
                </a:highlight>
                <a:latin typeface="Times New Roman"/>
                <a:cs typeface="Times New Roman"/>
              </a:rPr>
              <a:t>AI allows for the creation of content for social media platforms, reducing the difficulty of creating videos and media content. This has allowed for the growth of AI content channels on social media platforms. </a:t>
            </a:r>
            <a:endParaRPr lang="en-US" sz="1200">
              <a:highlight>
                <a:srgbClr val="606060"/>
              </a:highlight>
              <a:latin typeface="Times New Roman"/>
              <a:cs typeface="Times New Roman"/>
            </a:endParaRPr>
          </a:p>
          <a:p>
            <a:pPr>
              <a:buNone/>
            </a:pPr>
            <a:r>
              <a:rPr lang="en-US" sz="1200">
                <a:highlight>
                  <a:srgbClr val="FFFFFF"/>
                </a:highlight>
                <a:latin typeface="Times New Roman"/>
                <a:cs typeface="Times New Roman"/>
              </a:rPr>
              <a:t>Finally, AI has made social media platforms more engaging and profitable for the platforms and their advertisers.</a:t>
            </a:r>
            <a:endParaRPr lang="en-US" sz="1200">
              <a:highlight>
                <a:srgbClr val="606060"/>
              </a:highlight>
              <a:latin typeface="Times New Roman"/>
              <a:cs typeface="Times New Roman"/>
            </a:endParaRPr>
          </a:p>
        </p:txBody>
      </p:sp>
      <p:sp>
        <p:nvSpPr>
          <p:cNvPr id="4" name="Date Placeholder 3">
            <a:extLst>
              <a:ext uri="{FF2B5EF4-FFF2-40B4-BE49-F238E27FC236}">
                <a16:creationId xmlns:a16="http://schemas.microsoft.com/office/drawing/2014/main" id="{07E1C492-1315-B3E2-2FF2-8D6A1B97C884}"/>
              </a:ext>
            </a:extLst>
          </p:cNvPr>
          <p:cNvSpPr>
            <a:spLocks noGrp="1"/>
          </p:cNvSpPr>
          <p:nvPr>
            <p:ph type="dt" sz="half" idx="10"/>
          </p:nvPr>
        </p:nvSpPr>
        <p:spPr/>
        <p:txBody>
          <a:bodyPr/>
          <a:lstStyle/>
          <a:p>
            <a:fld id="{48898121-9F25-4E89-B29F-26D589C08E43}" type="datetime1">
              <a:t>4/17/2026</a:t>
            </a:fld>
            <a:endParaRPr lang="en-US" dirty="0"/>
          </a:p>
        </p:txBody>
      </p:sp>
      <p:sp>
        <p:nvSpPr>
          <p:cNvPr id="5" name="Footer Placeholder 4">
            <a:extLst>
              <a:ext uri="{FF2B5EF4-FFF2-40B4-BE49-F238E27FC236}">
                <a16:creationId xmlns:a16="http://schemas.microsoft.com/office/drawing/2014/main" id="{D30AF4D4-495D-AAE3-F545-C31CD9A3BA4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995108FE-127A-F1F2-8994-9A6CD2DECD00}"/>
              </a:ext>
            </a:extLst>
          </p:cNvPr>
          <p:cNvSpPr>
            <a:spLocks noGrp="1"/>
          </p:cNvSpPr>
          <p:nvPr>
            <p:ph type="sldNum" sz="quarter" idx="12"/>
          </p:nvPr>
        </p:nvSpPr>
        <p:spPr/>
        <p:txBody>
          <a:bodyPr/>
          <a:lstStyle/>
          <a:p>
            <a:fld id="{E30AF5A0-43BB-4336-8627-9123B9144D80}" type="slidenum">
              <a:rPr lang="en-US" dirty="0"/>
              <a:t>5</a:t>
            </a:fld>
            <a:endParaRPr lang="en-US" dirty="0"/>
          </a:p>
        </p:txBody>
      </p:sp>
    </p:spTree>
    <p:extLst>
      <p:ext uri="{BB962C8B-B14F-4D97-AF65-F5344CB8AC3E}">
        <p14:creationId xmlns:p14="http://schemas.microsoft.com/office/powerpoint/2010/main" val="2491566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DE58F-EB1D-B105-4FA4-1AD97A3488F1}"/>
              </a:ext>
            </a:extLst>
          </p:cNvPr>
          <p:cNvSpPr>
            <a:spLocks noGrp="1"/>
          </p:cNvSpPr>
          <p:nvPr>
            <p:ph type="title"/>
          </p:nvPr>
        </p:nvSpPr>
        <p:spPr/>
        <p:txBody>
          <a:bodyPr>
            <a:normAutofit/>
          </a:bodyPr>
          <a:lstStyle/>
          <a:p>
            <a:r>
              <a:rPr lang="en-US" sz="3600" b="1">
                <a:highlight>
                  <a:srgbClr val="FFFFFF"/>
                </a:highlight>
                <a:latin typeface="Times New Roman"/>
                <a:cs typeface="Times New Roman"/>
              </a:rPr>
              <a:t>Challenges and Limitations</a:t>
            </a:r>
            <a:endParaRPr lang="en-US" sz="3600">
              <a:highlight>
                <a:srgbClr val="606060"/>
              </a:highlight>
              <a:latin typeface="Times New Roman"/>
              <a:cs typeface="Times New Roman"/>
            </a:endParaRPr>
          </a:p>
        </p:txBody>
      </p:sp>
      <p:sp>
        <p:nvSpPr>
          <p:cNvPr id="3" name="Content Placeholder 2">
            <a:extLst>
              <a:ext uri="{FF2B5EF4-FFF2-40B4-BE49-F238E27FC236}">
                <a16:creationId xmlns:a16="http://schemas.microsoft.com/office/drawing/2014/main" id="{48206CA7-E149-90DB-21A2-71A34735D29C}"/>
              </a:ext>
            </a:extLst>
          </p:cNvPr>
          <p:cNvSpPr>
            <a:spLocks noGrp="1"/>
          </p:cNvSpPr>
          <p:nvPr>
            <p:ph idx="1"/>
          </p:nvPr>
        </p:nvSpPr>
        <p:spPr/>
        <p:txBody>
          <a:bodyPr vert="horz" lIns="91440" tIns="45720" rIns="91440" bIns="45720" rtlCol="0" anchor="t">
            <a:normAutofit/>
          </a:bodyPr>
          <a:lstStyle/>
          <a:p>
            <a:pPr>
              <a:buNone/>
            </a:pPr>
            <a:r>
              <a:rPr lang="en-US" sz="1200">
                <a:highlight>
                  <a:srgbClr val="FFFFFF"/>
                </a:highlight>
                <a:latin typeface="Times New Roman"/>
                <a:cs typeface="Times New Roman"/>
              </a:rPr>
              <a:t>Despite these benefits, AI systems in social media also face several challenges.</a:t>
            </a:r>
            <a:endParaRPr lang="en-US" sz="1200">
              <a:highlight>
                <a:srgbClr val="606060"/>
              </a:highlight>
              <a:latin typeface="Times New Roman"/>
              <a:cs typeface="Times New Roman"/>
            </a:endParaRPr>
          </a:p>
          <a:p>
            <a:pPr>
              <a:buNone/>
            </a:pPr>
            <a:r>
              <a:rPr lang="en-US" sz="1200" dirty="0">
                <a:highlight>
                  <a:srgbClr val="FFFFFF"/>
                </a:highlight>
                <a:latin typeface="Times New Roman"/>
                <a:cs typeface="Times New Roman"/>
              </a:rPr>
              <a:t>One challenge with AI systems is the quality of the content that is produced by them. AI-created content can be repetitive and often contains misleading information.</a:t>
            </a:r>
            <a:endParaRPr lang="en-US" sz="1200" dirty="0">
              <a:highlight>
                <a:srgbClr val="606060"/>
              </a:highlight>
              <a:latin typeface="Times New Roman"/>
              <a:cs typeface="Times New Roman"/>
            </a:endParaRPr>
          </a:p>
          <a:p>
            <a:pPr>
              <a:buNone/>
            </a:pPr>
            <a:r>
              <a:rPr lang="en-US" sz="1200">
                <a:highlight>
                  <a:srgbClr val="FFFFFF"/>
                </a:highlight>
                <a:latin typeface="Times New Roman"/>
                <a:cs typeface="Times New Roman"/>
              </a:rPr>
              <a:t>Another challenge with AI systems is their dependency on those systems to create the content that is published on social media platforms.</a:t>
            </a:r>
            <a:endParaRPr lang="en-US" sz="1200">
              <a:highlight>
                <a:srgbClr val="606060"/>
              </a:highlight>
              <a:latin typeface="Times New Roman"/>
              <a:cs typeface="Times New Roman"/>
            </a:endParaRPr>
          </a:p>
          <a:p>
            <a:pPr>
              <a:buNone/>
            </a:pPr>
            <a:r>
              <a:rPr lang="en-US" sz="1200">
                <a:highlight>
                  <a:srgbClr val="FFFFFF"/>
                </a:highlight>
                <a:latin typeface="Times New Roman"/>
                <a:cs typeface="Times New Roman"/>
              </a:rPr>
              <a:t>AI systems also struggle with their moderation systems, as they are unable to efficiently filter harmful or misleading AI-generated content from social media platforms.</a:t>
            </a:r>
            <a:endParaRPr lang="en-US" sz="1200">
              <a:highlight>
                <a:srgbClr val="606060"/>
              </a:highlight>
              <a:latin typeface="Times New Roman"/>
              <a:cs typeface="Times New Roman"/>
            </a:endParaRPr>
          </a:p>
          <a:p>
            <a:pPr>
              <a:buNone/>
            </a:pPr>
            <a:r>
              <a:rPr lang="en-US" sz="1200">
                <a:highlight>
                  <a:srgbClr val="FFFFFF"/>
                </a:highlight>
                <a:latin typeface="Times New Roman"/>
                <a:cs typeface="Times New Roman"/>
              </a:rPr>
              <a:t>Finally, another challenge with AI systems is the difficulties that exist in effectively managing these systems on a large scale.</a:t>
            </a:r>
            <a:endParaRPr lang="en-US" sz="1200">
              <a:highlight>
                <a:srgbClr val="606060"/>
              </a:highlight>
              <a:latin typeface="Times New Roman"/>
              <a:cs typeface="Times New Roman"/>
            </a:endParaRPr>
          </a:p>
          <a:p>
            <a:pPr marL="0" indent="0">
              <a:buNone/>
            </a:pPr>
            <a:endParaRPr lang="en-US" sz="3600" dirty="0"/>
          </a:p>
        </p:txBody>
      </p:sp>
      <p:sp>
        <p:nvSpPr>
          <p:cNvPr id="4" name="Date Placeholder 3">
            <a:extLst>
              <a:ext uri="{FF2B5EF4-FFF2-40B4-BE49-F238E27FC236}">
                <a16:creationId xmlns:a16="http://schemas.microsoft.com/office/drawing/2014/main" id="{85AB175A-F46D-5C33-1DC4-0CF268BB2EE9}"/>
              </a:ext>
            </a:extLst>
          </p:cNvPr>
          <p:cNvSpPr>
            <a:spLocks noGrp="1"/>
          </p:cNvSpPr>
          <p:nvPr>
            <p:ph type="dt" sz="half" idx="10"/>
          </p:nvPr>
        </p:nvSpPr>
        <p:spPr/>
        <p:txBody>
          <a:bodyPr/>
          <a:lstStyle/>
          <a:p>
            <a:fld id="{95A08FF9-DD07-41F0-83BC-8DDB064408B1}" type="datetime1">
              <a:t>4/17/2026</a:t>
            </a:fld>
            <a:endParaRPr lang="en-US" dirty="0"/>
          </a:p>
        </p:txBody>
      </p:sp>
      <p:sp>
        <p:nvSpPr>
          <p:cNvPr id="5" name="Footer Placeholder 4">
            <a:extLst>
              <a:ext uri="{FF2B5EF4-FFF2-40B4-BE49-F238E27FC236}">
                <a16:creationId xmlns:a16="http://schemas.microsoft.com/office/drawing/2014/main" id="{1AF2E528-EE71-7620-3B91-2BD4C40F9B6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EB89F78E-9912-9BF7-5D6A-74F139C8265A}"/>
              </a:ext>
            </a:extLst>
          </p:cNvPr>
          <p:cNvSpPr>
            <a:spLocks noGrp="1"/>
          </p:cNvSpPr>
          <p:nvPr>
            <p:ph type="sldNum" sz="quarter" idx="12"/>
          </p:nvPr>
        </p:nvSpPr>
        <p:spPr/>
        <p:txBody>
          <a:bodyPr/>
          <a:lstStyle/>
          <a:p>
            <a:fld id="{E30AF5A0-43BB-4336-8627-9123B9144D80}" type="slidenum">
              <a:rPr lang="en-US" dirty="0"/>
              <a:t>6</a:t>
            </a:fld>
            <a:endParaRPr lang="en-US" dirty="0"/>
          </a:p>
        </p:txBody>
      </p:sp>
    </p:spTree>
    <p:extLst>
      <p:ext uri="{BB962C8B-B14F-4D97-AF65-F5344CB8AC3E}">
        <p14:creationId xmlns:p14="http://schemas.microsoft.com/office/powerpoint/2010/main" val="26618801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7A738-E3DF-C0E8-3303-B63EECE2DAA7}"/>
              </a:ext>
            </a:extLst>
          </p:cNvPr>
          <p:cNvSpPr>
            <a:spLocks noGrp="1"/>
          </p:cNvSpPr>
          <p:nvPr>
            <p:ph type="title"/>
          </p:nvPr>
        </p:nvSpPr>
        <p:spPr/>
        <p:txBody>
          <a:bodyPr>
            <a:normAutofit/>
          </a:bodyPr>
          <a:lstStyle/>
          <a:p>
            <a:r>
              <a:rPr lang="en-US" sz="3600" b="1">
                <a:highlight>
                  <a:srgbClr val="FFFFFF"/>
                </a:highlight>
                <a:latin typeface="Times New Roman"/>
                <a:cs typeface="Times New Roman"/>
              </a:rPr>
              <a:t>Ethical Considerations</a:t>
            </a:r>
            <a:endParaRPr lang="en-US" sz="3600">
              <a:highlight>
                <a:srgbClr val="606060"/>
              </a:highlight>
              <a:latin typeface="Times New Roman"/>
              <a:cs typeface="Times New Roman"/>
            </a:endParaRPr>
          </a:p>
        </p:txBody>
      </p:sp>
      <p:sp>
        <p:nvSpPr>
          <p:cNvPr id="3" name="Content Placeholder 2">
            <a:extLst>
              <a:ext uri="{FF2B5EF4-FFF2-40B4-BE49-F238E27FC236}">
                <a16:creationId xmlns:a16="http://schemas.microsoft.com/office/drawing/2014/main" id="{768F8B41-7C97-553A-FC56-F1F77ED51D10}"/>
              </a:ext>
            </a:extLst>
          </p:cNvPr>
          <p:cNvSpPr>
            <a:spLocks noGrp="1"/>
          </p:cNvSpPr>
          <p:nvPr>
            <p:ph idx="1"/>
          </p:nvPr>
        </p:nvSpPr>
        <p:spPr>
          <a:xfrm>
            <a:off x="450604" y="2305032"/>
            <a:ext cx="11143702" cy="2635963"/>
          </a:xfrm>
        </p:spPr>
        <p:txBody>
          <a:bodyPr vert="horz" lIns="91440" tIns="45720" rIns="91440" bIns="45720" rtlCol="0" anchor="t">
            <a:normAutofit lnSpcReduction="10000"/>
          </a:bodyPr>
          <a:lstStyle/>
          <a:p>
            <a:pPr>
              <a:buNone/>
            </a:pPr>
            <a:r>
              <a:rPr lang="en-US" sz="1200" dirty="0">
                <a:highlight>
                  <a:srgbClr val="FFFFFF"/>
                </a:highlight>
                <a:latin typeface="Times New Roman"/>
                <a:cs typeface="Times New Roman"/>
              </a:rPr>
              <a:t>AI in social media raises a number of ethical concerns.</a:t>
            </a:r>
            <a:endParaRPr lang="en-US" sz="1200" dirty="0">
              <a:highlight>
                <a:srgbClr val="606060"/>
              </a:highlight>
              <a:latin typeface="Times New Roman"/>
              <a:cs typeface="Times New Roman"/>
            </a:endParaRPr>
          </a:p>
          <a:p>
            <a:pPr>
              <a:buNone/>
            </a:pPr>
            <a:r>
              <a:rPr lang="en-US" sz="1200">
                <a:highlight>
                  <a:srgbClr val="FFFFFF"/>
                </a:highlight>
                <a:latin typeface="Times New Roman"/>
                <a:cs typeface="Times New Roman"/>
              </a:rPr>
              <a:t>One of the main concerns with AI in social media is the possibility of manipulation. The algorithms created for social media websites are often implemented in ways that encourage the publication and sharing of content that is extreme or addictive to its audience. Legal findings have recognized that AI-designed social media websites can lead to addiction and psychological harm to those individuals that use those platforms.</a:t>
            </a:r>
            <a:endParaRPr lang="en-US" sz="1200">
              <a:highlight>
                <a:srgbClr val="606060"/>
              </a:highlight>
              <a:latin typeface="Times New Roman"/>
              <a:cs typeface="Times New Roman"/>
            </a:endParaRPr>
          </a:p>
          <a:p>
            <a:pPr>
              <a:buNone/>
            </a:pPr>
            <a:r>
              <a:rPr lang="en-US" sz="1200" dirty="0">
                <a:highlight>
                  <a:srgbClr val="FFFFFF"/>
                </a:highlight>
                <a:latin typeface="Times New Roman"/>
                <a:cs typeface="Times New Roman"/>
              </a:rPr>
              <a:t>Another main concern is the spread of misinformation through AI-generated content. AI tools that create deepfakes and other forms of synthetic media can rapidly spread misinformation. Studies indicates that misinformation created with AI tools is more likely to go viral on social media platforms than misinformation that does not use artificial intelligence tools.</a:t>
            </a:r>
            <a:endParaRPr lang="en-US" sz="1200" dirty="0">
              <a:highlight>
                <a:srgbClr val="606060"/>
              </a:highlight>
              <a:latin typeface="Times New Roman"/>
              <a:cs typeface="Times New Roman"/>
            </a:endParaRPr>
          </a:p>
          <a:p>
            <a:pPr>
              <a:buNone/>
            </a:pPr>
            <a:r>
              <a:rPr lang="en-US" sz="1200" dirty="0">
                <a:highlight>
                  <a:srgbClr val="FFFFFF"/>
                </a:highlight>
                <a:latin typeface="Times New Roman"/>
                <a:cs typeface="Times New Roman"/>
              </a:rPr>
              <a:t>The third main concern is with the privacy of social media users. Social media platforms collect the data from its users to train the AI software that operates the platforms. However, the average user is unaware of how their data is to be used by these platforms.</a:t>
            </a:r>
            <a:endParaRPr lang="en-US" sz="1200" dirty="0">
              <a:highlight>
                <a:srgbClr val="606060"/>
              </a:highlight>
              <a:latin typeface="Times New Roman"/>
              <a:cs typeface="Times New Roman"/>
            </a:endParaRPr>
          </a:p>
          <a:p>
            <a:pPr>
              <a:buNone/>
            </a:pPr>
            <a:r>
              <a:rPr lang="en-US" sz="1200" dirty="0">
                <a:highlight>
                  <a:srgbClr val="FFFFFF"/>
                </a:highlight>
                <a:latin typeface="Times New Roman"/>
                <a:cs typeface="Times New Roman"/>
              </a:rPr>
              <a:t>Finally, the issue of lack of transparency regarding the algorithms used by social media platforms creates concerns regarding accountability of those platforms for the content published to their platforms.</a:t>
            </a:r>
            <a:endParaRPr lang="en-US" sz="1200" dirty="0">
              <a:highlight>
                <a:srgbClr val="606060"/>
              </a:highlight>
              <a:latin typeface="Times New Roman"/>
              <a:cs typeface="Times New Roman"/>
            </a:endParaRPr>
          </a:p>
          <a:p>
            <a:pPr marL="0" indent="0">
              <a:buNone/>
            </a:pPr>
            <a:endParaRPr lang="en-US" dirty="0"/>
          </a:p>
        </p:txBody>
      </p:sp>
      <p:sp>
        <p:nvSpPr>
          <p:cNvPr id="4" name="Date Placeholder 3">
            <a:extLst>
              <a:ext uri="{FF2B5EF4-FFF2-40B4-BE49-F238E27FC236}">
                <a16:creationId xmlns:a16="http://schemas.microsoft.com/office/drawing/2014/main" id="{1B08E60B-2083-9351-9297-107657026361}"/>
              </a:ext>
            </a:extLst>
          </p:cNvPr>
          <p:cNvSpPr>
            <a:spLocks noGrp="1"/>
          </p:cNvSpPr>
          <p:nvPr>
            <p:ph type="dt" sz="half" idx="10"/>
          </p:nvPr>
        </p:nvSpPr>
        <p:spPr/>
        <p:txBody>
          <a:bodyPr/>
          <a:lstStyle/>
          <a:p>
            <a:fld id="{67A4809B-D46D-43CE-B0EB-7D9FF406FCE1}" type="datetime1">
              <a:t>4/17/2026</a:t>
            </a:fld>
            <a:endParaRPr lang="en-US" dirty="0"/>
          </a:p>
        </p:txBody>
      </p:sp>
      <p:sp>
        <p:nvSpPr>
          <p:cNvPr id="5" name="Footer Placeholder 4">
            <a:extLst>
              <a:ext uri="{FF2B5EF4-FFF2-40B4-BE49-F238E27FC236}">
                <a16:creationId xmlns:a16="http://schemas.microsoft.com/office/drawing/2014/main" id="{1990414C-0FAD-686A-77EC-B014CDA8CA4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D0985993-F60E-58B7-E3DE-D99D32DE721A}"/>
              </a:ext>
            </a:extLst>
          </p:cNvPr>
          <p:cNvSpPr>
            <a:spLocks noGrp="1"/>
          </p:cNvSpPr>
          <p:nvPr>
            <p:ph type="sldNum" sz="quarter" idx="12"/>
          </p:nvPr>
        </p:nvSpPr>
        <p:spPr/>
        <p:txBody>
          <a:bodyPr/>
          <a:lstStyle/>
          <a:p>
            <a:fld id="{E30AF5A0-43BB-4336-8627-9123B9144D80}" type="slidenum">
              <a:rPr lang="en-US" dirty="0"/>
              <a:t>7</a:t>
            </a:fld>
            <a:endParaRPr lang="en-US" dirty="0"/>
          </a:p>
        </p:txBody>
      </p:sp>
    </p:spTree>
    <p:extLst>
      <p:ext uri="{BB962C8B-B14F-4D97-AF65-F5344CB8AC3E}">
        <p14:creationId xmlns:p14="http://schemas.microsoft.com/office/powerpoint/2010/main" val="1866443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B6E31-703A-6F8B-7FA2-10C718AC8B0A}"/>
              </a:ext>
            </a:extLst>
          </p:cNvPr>
          <p:cNvSpPr>
            <a:spLocks noGrp="1"/>
          </p:cNvSpPr>
          <p:nvPr>
            <p:ph type="title"/>
          </p:nvPr>
        </p:nvSpPr>
        <p:spPr/>
        <p:txBody>
          <a:bodyPr/>
          <a:lstStyle/>
          <a:p>
            <a:r>
              <a:rPr lang="en-US" sz="3600" b="1" i="0">
                <a:latin typeface="Times New Roman"/>
              </a:rPr>
              <a:t>Societal Impact</a:t>
            </a:r>
            <a:r>
              <a:rPr lang="en-US" sz="3600" b="0" i="0" dirty="0">
                <a:latin typeface="Times New Roman"/>
                <a:ea typeface="Times New Roman"/>
                <a:cs typeface="Times New Roman"/>
              </a:rPr>
              <a:t> </a:t>
            </a:r>
            <a:endParaRPr lang="en-US" sz="3600" dirty="0"/>
          </a:p>
        </p:txBody>
      </p:sp>
      <p:sp>
        <p:nvSpPr>
          <p:cNvPr id="3" name="Content Placeholder 2">
            <a:extLst>
              <a:ext uri="{FF2B5EF4-FFF2-40B4-BE49-F238E27FC236}">
                <a16:creationId xmlns:a16="http://schemas.microsoft.com/office/drawing/2014/main" id="{C10053A2-B7D4-11A4-6AE9-4D320A47E88B}"/>
              </a:ext>
            </a:extLst>
          </p:cNvPr>
          <p:cNvSpPr>
            <a:spLocks noGrp="1"/>
          </p:cNvSpPr>
          <p:nvPr>
            <p:ph idx="1"/>
          </p:nvPr>
        </p:nvSpPr>
        <p:spPr>
          <a:xfrm>
            <a:off x="712541" y="1721627"/>
            <a:ext cx="5523955" cy="4636211"/>
          </a:xfrm>
        </p:spPr>
        <p:txBody>
          <a:bodyPr vert="horz" lIns="91440" tIns="45720" rIns="91440" bIns="45720" rtlCol="0" anchor="t">
            <a:normAutofit/>
          </a:bodyPr>
          <a:lstStyle/>
          <a:p>
            <a:pPr>
              <a:buNone/>
            </a:pPr>
            <a:r>
              <a:rPr lang="en-US" sz="1200">
                <a:highlight>
                  <a:srgbClr val="FFFFFF"/>
                </a:highlight>
                <a:latin typeface="Times New Roman"/>
                <a:cs typeface="Times New Roman"/>
              </a:rPr>
              <a:t>The societal impact of AI in social media is significant.</a:t>
            </a:r>
            <a:endParaRPr lang="en-US" sz="1200">
              <a:highlight>
                <a:srgbClr val="606060"/>
              </a:highlight>
              <a:latin typeface="Times New Roman"/>
              <a:cs typeface="Times New Roman"/>
            </a:endParaRPr>
          </a:p>
          <a:p>
            <a:pPr>
              <a:buNone/>
            </a:pPr>
            <a:r>
              <a:rPr lang="en-US" sz="1200" dirty="0">
                <a:highlight>
                  <a:srgbClr val="FFFFFF"/>
                </a:highlight>
                <a:latin typeface="Times New Roman"/>
                <a:cs typeface="Times New Roman"/>
              </a:rPr>
              <a:t>One of the impacts is upon public opinion. AI algorithms affect the information that individuals view on social media, which can impact public opinion and beliefs.</a:t>
            </a:r>
            <a:endParaRPr lang="en-US" sz="1200" dirty="0">
              <a:highlight>
                <a:srgbClr val="606060"/>
              </a:highlight>
              <a:latin typeface="Times New Roman"/>
              <a:cs typeface="Times New Roman"/>
            </a:endParaRPr>
          </a:p>
          <a:p>
            <a:pPr>
              <a:buNone/>
            </a:pPr>
            <a:r>
              <a:rPr lang="en-US" sz="1200">
                <a:highlight>
                  <a:srgbClr val="FFFFFF"/>
                </a:highlight>
                <a:latin typeface="Times New Roman"/>
                <a:cs typeface="Times New Roman"/>
              </a:rPr>
              <a:t>Furthermore, AI has led to the creation of AI content channels that can earn billions of views and significant amounts of revenue .</a:t>
            </a:r>
            <a:endParaRPr lang="en-US" sz="1200">
              <a:highlight>
                <a:srgbClr val="606060"/>
              </a:highlight>
              <a:latin typeface="Times New Roman"/>
              <a:cs typeface="Times New Roman"/>
            </a:endParaRPr>
          </a:p>
          <a:p>
            <a:pPr>
              <a:buNone/>
            </a:pPr>
            <a:r>
              <a:rPr lang="en-US" sz="1200" dirty="0">
                <a:highlight>
                  <a:srgbClr val="FFFFFF"/>
                </a:highlight>
                <a:latin typeface="Times New Roman"/>
                <a:cs typeface="Times New Roman"/>
              </a:rPr>
              <a:t>AI has also impacted the mental health of individuals who use social media platforms created by AI algorithms that are designed to keep individuals engaged for long periods</a:t>
            </a:r>
            <a:r>
              <a:rPr lang="en-US" sz="1200">
                <a:highlight>
                  <a:srgbClr val="FFFFFF"/>
                </a:highlight>
                <a:latin typeface="Times New Roman"/>
                <a:cs typeface="Times New Roman"/>
              </a:rPr>
              <a:t> of time. </a:t>
            </a:r>
            <a:r>
              <a:rPr lang="en-US" sz="1200">
                <a:highlight>
                  <a:srgbClr val="FFFFFF"/>
                </a:highlight>
                <a:ea typeface="+mn-lt"/>
                <a:cs typeface="+mn-lt"/>
              </a:rPr>
              <a:t>This demonstrates how AI is not just having an impact on social media, but actually influencing the behavior and decisions of those within the social media platforms.</a:t>
            </a:r>
            <a:endParaRPr lang="en-US" sz="1200" dirty="0">
              <a:highlight>
                <a:srgbClr val="606060"/>
              </a:highlight>
              <a:latin typeface="Times New Roman"/>
              <a:cs typeface="Times New Roman"/>
            </a:endParaRPr>
          </a:p>
          <a:p>
            <a:pPr>
              <a:buNone/>
            </a:pPr>
            <a:r>
              <a:rPr lang="en-US" sz="1200" dirty="0">
                <a:highlight>
                  <a:srgbClr val="FFFFFF"/>
                </a:highlight>
                <a:latin typeface="Times New Roman"/>
                <a:cs typeface="Times New Roman"/>
              </a:rPr>
              <a:t>Lastly, AI has impacted the economy of society as a result of AI performing certain tasks within social media platforms instead of humans, yet creating new industries and opportunities for those societies .</a:t>
            </a:r>
            <a:endParaRPr lang="en-US" sz="1200" dirty="0">
              <a:highlight>
                <a:srgbClr val="606060"/>
              </a:highlight>
              <a:latin typeface="Times New Roman"/>
              <a:cs typeface="Times New Roman"/>
            </a:endParaRPr>
          </a:p>
        </p:txBody>
      </p:sp>
      <p:sp>
        <p:nvSpPr>
          <p:cNvPr id="4" name="Date Placeholder 3">
            <a:extLst>
              <a:ext uri="{FF2B5EF4-FFF2-40B4-BE49-F238E27FC236}">
                <a16:creationId xmlns:a16="http://schemas.microsoft.com/office/drawing/2014/main" id="{5BB7D4D7-9229-5871-15C4-D95FFE50312D}"/>
              </a:ext>
            </a:extLst>
          </p:cNvPr>
          <p:cNvSpPr>
            <a:spLocks noGrp="1"/>
          </p:cNvSpPr>
          <p:nvPr>
            <p:ph type="dt" sz="half" idx="10"/>
          </p:nvPr>
        </p:nvSpPr>
        <p:spPr/>
        <p:txBody>
          <a:bodyPr/>
          <a:lstStyle/>
          <a:p>
            <a:fld id="{F4DE95E7-45AF-456A-8A04-A95BCC225A67}" type="datetime1">
              <a:t>4/17/2026</a:t>
            </a:fld>
            <a:endParaRPr lang="en-US" dirty="0"/>
          </a:p>
        </p:txBody>
      </p:sp>
      <p:sp>
        <p:nvSpPr>
          <p:cNvPr id="5" name="Footer Placeholder 4">
            <a:extLst>
              <a:ext uri="{FF2B5EF4-FFF2-40B4-BE49-F238E27FC236}">
                <a16:creationId xmlns:a16="http://schemas.microsoft.com/office/drawing/2014/main" id="{74E7EFE0-1B14-44FB-62B6-720C8E812BE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74081D69-865A-A552-39C9-0C1D6314E378}"/>
              </a:ext>
            </a:extLst>
          </p:cNvPr>
          <p:cNvSpPr>
            <a:spLocks noGrp="1"/>
          </p:cNvSpPr>
          <p:nvPr>
            <p:ph type="sldNum" sz="quarter" idx="12"/>
          </p:nvPr>
        </p:nvSpPr>
        <p:spPr/>
        <p:txBody>
          <a:bodyPr/>
          <a:lstStyle/>
          <a:p>
            <a:fld id="{E30AF5A0-43BB-4336-8627-9123B9144D80}" type="slidenum">
              <a:rPr lang="en-US" dirty="0"/>
              <a:t>8</a:t>
            </a:fld>
            <a:endParaRPr lang="en-US" dirty="0"/>
          </a:p>
        </p:txBody>
      </p:sp>
    </p:spTree>
    <p:extLst>
      <p:ext uri="{BB962C8B-B14F-4D97-AF65-F5344CB8AC3E}">
        <p14:creationId xmlns:p14="http://schemas.microsoft.com/office/powerpoint/2010/main" val="3207282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8D054-E71F-79F5-C94F-B94B71ADF3DE}"/>
              </a:ext>
            </a:extLst>
          </p:cNvPr>
          <p:cNvSpPr>
            <a:spLocks noGrp="1"/>
          </p:cNvSpPr>
          <p:nvPr>
            <p:ph type="title"/>
          </p:nvPr>
        </p:nvSpPr>
        <p:spPr/>
        <p:txBody>
          <a:bodyPr>
            <a:normAutofit/>
          </a:bodyPr>
          <a:lstStyle/>
          <a:p>
            <a:r>
              <a:rPr lang="en-US" sz="3600" b="1">
                <a:highlight>
                  <a:srgbClr val="FFFFFF"/>
                </a:highlight>
                <a:latin typeface="Times New Roman"/>
                <a:cs typeface="Times New Roman"/>
              </a:rPr>
              <a:t>Future Trends and Recommendations</a:t>
            </a:r>
            <a:endParaRPr lang="en-US" sz="3600">
              <a:highlight>
                <a:srgbClr val="606060"/>
              </a:highlight>
              <a:latin typeface="Times New Roman"/>
              <a:cs typeface="Times New Roman"/>
            </a:endParaRPr>
          </a:p>
        </p:txBody>
      </p:sp>
      <p:sp>
        <p:nvSpPr>
          <p:cNvPr id="3" name="Content Placeholder 2">
            <a:extLst>
              <a:ext uri="{FF2B5EF4-FFF2-40B4-BE49-F238E27FC236}">
                <a16:creationId xmlns:a16="http://schemas.microsoft.com/office/drawing/2014/main" id="{F7A06230-3700-8121-E1D6-570B7461BB54}"/>
              </a:ext>
            </a:extLst>
          </p:cNvPr>
          <p:cNvSpPr>
            <a:spLocks noGrp="1"/>
          </p:cNvSpPr>
          <p:nvPr>
            <p:ph idx="1"/>
          </p:nvPr>
        </p:nvSpPr>
        <p:spPr>
          <a:xfrm>
            <a:off x="414886" y="2114533"/>
            <a:ext cx="10977014" cy="3528930"/>
          </a:xfrm>
        </p:spPr>
        <p:txBody>
          <a:bodyPr vert="horz" lIns="91440" tIns="45720" rIns="91440" bIns="45720" rtlCol="0" anchor="t">
            <a:normAutofit fontScale="92500" lnSpcReduction="10000"/>
          </a:bodyPr>
          <a:lstStyle/>
          <a:p>
            <a:pPr>
              <a:buNone/>
            </a:pPr>
            <a:r>
              <a:rPr lang="en-US" sz="1200" dirty="0">
                <a:highlight>
                  <a:srgbClr val="FFFFFF"/>
                </a:highlight>
                <a:latin typeface="Times New Roman"/>
                <a:cs typeface="Times New Roman"/>
              </a:rPr>
              <a:t>AI in social media will continue to grow in the future, especially in the production of generative content and in the area of advertising.</a:t>
            </a:r>
            <a:endParaRPr lang="en-US" sz="1200" dirty="0">
              <a:highlight>
                <a:srgbClr val="606060"/>
              </a:highlight>
              <a:latin typeface="Times New Roman"/>
              <a:cs typeface="Times New Roman"/>
            </a:endParaRPr>
          </a:p>
          <a:p>
            <a:pPr>
              <a:buNone/>
            </a:pPr>
            <a:r>
              <a:rPr lang="en-US" sz="1200">
                <a:highlight>
                  <a:srgbClr val="FFFFFF"/>
                </a:highlight>
                <a:latin typeface="Times New Roman"/>
                <a:cs typeface="Times New Roman"/>
              </a:rPr>
              <a:t>Some future trends for AI in social media include:</a:t>
            </a:r>
            <a:endParaRPr lang="en-US" sz="1200">
              <a:highlight>
                <a:srgbClr val="606060"/>
              </a:highlight>
              <a:latin typeface="Times New Roman"/>
              <a:cs typeface="Times New Roman"/>
            </a:endParaRPr>
          </a:p>
          <a:p>
            <a:pPr>
              <a:buFont typeface="Arial"/>
              <a:buChar char="•"/>
            </a:pPr>
            <a:r>
              <a:rPr lang="en-US" sz="1200">
                <a:highlight>
                  <a:srgbClr val="FFFFFF"/>
                </a:highlight>
                <a:latin typeface="Times New Roman"/>
                <a:cs typeface="Times New Roman"/>
              </a:rPr>
              <a:t>AI-generated influencers and channels</a:t>
            </a:r>
            <a:endParaRPr lang="en-US" sz="1200">
              <a:highlight>
                <a:srgbClr val="606060"/>
              </a:highlight>
              <a:latin typeface="Times New Roman"/>
              <a:cs typeface="Times New Roman"/>
            </a:endParaRPr>
          </a:p>
          <a:p>
            <a:pPr>
              <a:buFont typeface="Arial"/>
              <a:buChar char="•"/>
            </a:pPr>
            <a:r>
              <a:rPr lang="en-US" sz="1200">
                <a:highlight>
                  <a:srgbClr val="FFFFFF"/>
                </a:highlight>
                <a:latin typeface="Times New Roman"/>
                <a:cs typeface="Times New Roman"/>
              </a:rPr>
              <a:t>Targeted advertising</a:t>
            </a:r>
            <a:endParaRPr lang="en-US" sz="1200">
              <a:highlight>
                <a:srgbClr val="606060"/>
              </a:highlight>
              <a:latin typeface="Times New Roman"/>
              <a:cs typeface="Times New Roman"/>
            </a:endParaRPr>
          </a:p>
          <a:p>
            <a:pPr>
              <a:buFont typeface="Arial"/>
              <a:buChar char="•"/>
            </a:pPr>
            <a:r>
              <a:rPr lang="en-US" sz="1200">
                <a:highlight>
                  <a:srgbClr val="FFFFFF"/>
                </a:highlight>
                <a:latin typeface="Times New Roman"/>
                <a:cs typeface="Times New Roman"/>
              </a:rPr>
              <a:t>Deepfake and synthetic media technologies</a:t>
            </a:r>
            <a:endParaRPr lang="en-US" sz="1200">
              <a:highlight>
                <a:srgbClr val="606060"/>
              </a:highlight>
              <a:latin typeface="Times New Roman"/>
              <a:cs typeface="Times New Roman"/>
            </a:endParaRPr>
          </a:p>
          <a:p>
            <a:pPr>
              <a:buFont typeface="Arial"/>
              <a:buChar char="•"/>
            </a:pPr>
            <a:r>
              <a:rPr lang="en-US" sz="1200">
                <a:highlight>
                  <a:srgbClr val="FFFFFF"/>
                </a:highlight>
                <a:latin typeface="Times New Roman"/>
                <a:cs typeface="Times New Roman"/>
              </a:rPr>
              <a:t>To address these issues, the following recommendations can be made:</a:t>
            </a:r>
            <a:endParaRPr lang="en-US" sz="1200">
              <a:highlight>
                <a:srgbClr val="606060"/>
              </a:highlight>
              <a:latin typeface="Times New Roman"/>
              <a:cs typeface="Times New Roman"/>
            </a:endParaRPr>
          </a:p>
          <a:p>
            <a:pPr>
              <a:buFont typeface="Arial"/>
              <a:buChar char="•"/>
            </a:pPr>
            <a:r>
              <a:rPr lang="en-US" sz="1200">
                <a:highlight>
                  <a:srgbClr val="FFFFFF"/>
                </a:highlight>
                <a:latin typeface="Times New Roman"/>
                <a:cs typeface="Times New Roman"/>
              </a:rPr>
              <a:t>Implement regulations for the uses of AI</a:t>
            </a:r>
            <a:endParaRPr lang="en-US" sz="1200">
              <a:highlight>
                <a:srgbClr val="606060"/>
              </a:highlight>
              <a:latin typeface="Times New Roman"/>
              <a:cs typeface="Times New Roman"/>
            </a:endParaRPr>
          </a:p>
          <a:p>
            <a:pPr>
              <a:buFont typeface="Arial"/>
              <a:buChar char="•"/>
            </a:pPr>
            <a:r>
              <a:rPr lang="en-US" sz="1200">
                <a:highlight>
                  <a:srgbClr val="FFFFFF"/>
                </a:highlight>
                <a:latin typeface="Times New Roman"/>
                <a:cs typeface="Times New Roman"/>
              </a:rPr>
              <a:t>Improve the transparencies of social media platforms</a:t>
            </a:r>
            <a:endParaRPr lang="en-US" sz="1200">
              <a:highlight>
                <a:srgbClr val="606060"/>
              </a:highlight>
              <a:latin typeface="Times New Roman"/>
              <a:cs typeface="Times New Roman"/>
            </a:endParaRPr>
          </a:p>
          <a:p>
            <a:pPr>
              <a:buFont typeface="Arial"/>
              <a:buChar char="•"/>
            </a:pPr>
            <a:r>
              <a:rPr lang="en-US" sz="1200">
                <a:highlight>
                  <a:srgbClr val="FFFFFF"/>
                </a:highlight>
                <a:latin typeface="Times New Roman"/>
                <a:cs typeface="Times New Roman"/>
              </a:rPr>
              <a:t>Develop tools to detect AI-generated content</a:t>
            </a:r>
            <a:endParaRPr lang="en-US" sz="1200">
              <a:highlight>
                <a:srgbClr val="606060"/>
              </a:highlight>
              <a:latin typeface="Times New Roman"/>
              <a:cs typeface="Times New Roman"/>
            </a:endParaRPr>
          </a:p>
          <a:p>
            <a:pPr>
              <a:buFont typeface="Arial"/>
              <a:buChar char="•"/>
            </a:pPr>
            <a:r>
              <a:rPr lang="en-US" sz="1200">
                <a:highlight>
                  <a:srgbClr val="FFFFFF"/>
                </a:highlight>
                <a:latin typeface="Times New Roman"/>
                <a:cs typeface="Times New Roman"/>
              </a:rPr>
              <a:t>Reduce data collection</a:t>
            </a:r>
            <a:endParaRPr lang="en-US" sz="1200">
              <a:highlight>
                <a:srgbClr val="606060"/>
              </a:highlight>
              <a:latin typeface="Times New Roman"/>
              <a:cs typeface="Times New Roman"/>
            </a:endParaRPr>
          </a:p>
          <a:p>
            <a:pPr>
              <a:buFont typeface="Arial"/>
              <a:buChar char="•"/>
            </a:pPr>
            <a:r>
              <a:rPr lang="en-US" sz="1200">
                <a:highlight>
                  <a:srgbClr val="FFFFFF"/>
                </a:highlight>
                <a:latin typeface="Times New Roman"/>
                <a:cs typeface="Times New Roman"/>
              </a:rPr>
              <a:t>Ensure that there is human oversight of the uses of AI in social media</a:t>
            </a:r>
            <a:endParaRPr lang="en-US" sz="1200">
              <a:highlight>
                <a:srgbClr val="606060"/>
              </a:highlight>
              <a:latin typeface="Times New Roman"/>
              <a:cs typeface="Times New Roman"/>
            </a:endParaRPr>
          </a:p>
          <a:p>
            <a:pPr indent="0">
              <a:buNone/>
            </a:pPr>
            <a:r>
              <a:rPr lang="en-US" sz="1200">
                <a:highlight>
                  <a:srgbClr val="FFFFFF"/>
                </a:highlight>
                <a:latin typeface="Times New Roman"/>
                <a:cs typeface="Times New Roman"/>
              </a:rPr>
              <a:t>These solutions will help to ensure that the uses of AI on social media platforms are ethical and responsible.</a:t>
            </a:r>
            <a:endParaRPr lang="en-US" sz="1200">
              <a:highlight>
                <a:srgbClr val="606060"/>
              </a:highlight>
              <a:latin typeface="Times New Roman"/>
              <a:cs typeface="Times New Roman"/>
            </a:endParaRPr>
          </a:p>
        </p:txBody>
      </p:sp>
      <p:sp>
        <p:nvSpPr>
          <p:cNvPr id="4" name="Date Placeholder 3">
            <a:extLst>
              <a:ext uri="{FF2B5EF4-FFF2-40B4-BE49-F238E27FC236}">
                <a16:creationId xmlns:a16="http://schemas.microsoft.com/office/drawing/2014/main" id="{0DA9D7FB-CDEC-1869-6EDE-5B5CA9E8F816}"/>
              </a:ext>
            </a:extLst>
          </p:cNvPr>
          <p:cNvSpPr>
            <a:spLocks noGrp="1"/>
          </p:cNvSpPr>
          <p:nvPr>
            <p:ph type="dt" sz="half" idx="10"/>
          </p:nvPr>
        </p:nvSpPr>
        <p:spPr/>
        <p:txBody>
          <a:bodyPr/>
          <a:lstStyle/>
          <a:p>
            <a:fld id="{E094B01B-753E-4543-AFAD-4F8C24B8FF71}" type="datetime1">
              <a:t>4/17/2026</a:t>
            </a:fld>
            <a:endParaRPr lang="en-US" dirty="0"/>
          </a:p>
        </p:txBody>
      </p:sp>
      <p:sp>
        <p:nvSpPr>
          <p:cNvPr id="5" name="Footer Placeholder 4">
            <a:extLst>
              <a:ext uri="{FF2B5EF4-FFF2-40B4-BE49-F238E27FC236}">
                <a16:creationId xmlns:a16="http://schemas.microsoft.com/office/drawing/2014/main" id="{57BBEED9-259E-F2F7-6C93-CAEF9EA8DAE0}"/>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0DCA4A77-C0DD-E9E6-5B6D-01DCB97AC812}"/>
              </a:ext>
            </a:extLst>
          </p:cNvPr>
          <p:cNvSpPr>
            <a:spLocks noGrp="1"/>
          </p:cNvSpPr>
          <p:nvPr>
            <p:ph type="sldNum" sz="quarter" idx="12"/>
          </p:nvPr>
        </p:nvSpPr>
        <p:spPr/>
        <p:txBody>
          <a:bodyPr/>
          <a:lstStyle/>
          <a:p>
            <a:fld id="{E30AF5A0-43BB-4336-8627-9123B9144D80}" type="slidenum">
              <a:rPr lang="en-US" dirty="0"/>
              <a:t>9</a:t>
            </a:fld>
            <a:endParaRPr lang="en-US" dirty="0"/>
          </a:p>
        </p:txBody>
      </p:sp>
    </p:spTree>
    <p:extLst>
      <p:ext uri="{BB962C8B-B14F-4D97-AF65-F5344CB8AC3E}">
        <p14:creationId xmlns:p14="http://schemas.microsoft.com/office/powerpoint/2010/main" val="16149407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00C60-41FF-7E0E-465D-D5F96B180A89}"/>
              </a:ext>
            </a:extLst>
          </p:cNvPr>
          <p:cNvSpPr>
            <a:spLocks noGrp="1"/>
          </p:cNvSpPr>
          <p:nvPr>
            <p:ph type="title"/>
          </p:nvPr>
        </p:nvSpPr>
        <p:spPr/>
        <p:txBody>
          <a:bodyPr>
            <a:normAutofit/>
          </a:bodyPr>
          <a:lstStyle/>
          <a:p>
            <a:r>
              <a:rPr lang="en-US" sz="3600" b="1">
                <a:highlight>
                  <a:srgbClr val="FFFFFF"/>
                </a:highlight>
                <a:latin typeface="Times New Roman"/>
                <a:cs typeface="Times New Roman"/>
              </a:rPr>
              <a:t>Conclusion</a:t>
            </a:r>
            <a:endParaRPr lang="en-US" sz="3600">
              <a:highlight>
                <a:srgbClr val="606060"/>
              </a:highlight>
              <a:latin typeface="Times New Roman"/>
              <a:cs typeface="Times New Roman"/>
            </a:endParaRPr>
          </a:p>
        </p:txBody>
      </p:sp>
      <p:sp>
        <p:nvSpPr>
          <p:cNvPr id="3" name="Content Placeholder 2">
            <a:extLst>
              <a:ext uri="{FF2B5EF4-FFF2-40B4-BE49-F238E27FC236}">
                <a16:creationId xmlns:a16="http://schemas.microsoft.com/office/drawing/2014/main" id="{35161881-A673-90E5-B245-78E495FFF3CF}"/>
              </a:ext>
            </a:extLst>
          </p:cNvPr>
          <p:cNvSpPr>
            <a:spLocks noGrp="1"/>
          </p:cNvSpPr>
          <p:nvPr>
            <p:ph idx="1"/>
          </p:nvPr>
        </p:nvSpPr>
        <p:spPr>
          <a:xfrm>
            <a:off x="700635" y="2305032"/>
            <a:ext cx="8619579" cy="2743119"/>
          </a:xfrm>
        </p:spPr>
        <p:txBody>
          <a:bodyPr vert="horz" lIns="91440" tIns="45720" rIns="91440" bIns="45720" rtlCol="0" anchor="t">
            <a:normAutofit/>
          </a:bodyPr>
          <a:lstStyle/>
          <a:p>
            <a:pPr>
              <a:buNone/>
            </a:pPr>
            <a:r>
              <a:rPr lang="en-US" sz="1200">
                <a:highlight>
                  <a:srgbClr val="FFFFFF"/>
                </a:highlight>
                <a:latin typeface="Times New Roman"/>
                <a:cs typeface="Times New Roman"/>
              </a:rPr>
              <a:t>AI has transformed the social media experience and offered many benefits to social media platforms. However, it has also introduced significant risks.</a:t>
            </a:r>
            <a:endParaRPr lang="en-US" sz="1200">
              <a:highlight>
                <a:srgbClr val="606060"/>
              </a:highlight>
              <a:latin typeface="Times New Roman"/>
              <a:cs typeface="Times New Roman"/>
            </a:endParaRPr>
          </a:p>
          <a:p>
            <a:pPr>
              <a:buNone/>
            </a:pPr>
            <a:r>
              <a:rPr lang="en-US" sz="1200" dirty="0">
                <a:highlight>
                  <a:srgbClr val="FFFFFF"/>
                </a:highlight>
                <a:latin typeface="Times New Roman"/>
                <a:cs typeface="Times New Roman"/>
              </a:rPr>
              <a:t>The abuse of AI on social media platforms like Meta and YouTube shows the need to regulate and use this technology responsibly. As AI offers many benefits to social media platforms, it must be managed appropriately to avoid causing significant harm to individuals and society as a whole.</a:t>
            </a:r>
            <a:endParaRPr lang="en-US" sz="1200" dirty="0">
              <a:highlight>
                <a:srgbClr val="606060"/>
              </a:highlight>
              <a:latin typeface="Times New Roman"/>
              <a:cs typeface="Times New Roman"/>
            </a:endParaRPr>
          </a:p>
        </p:txBody>
      </p:sp>
      <p:sp>
        <p:nvSpPr>
          <p:cNvPr id="4" name="Date Placeholder 3">
            <a:extLst>
              <a:ext uri="{FF2B5EF4-FFF2-40B4-BE49-F238E27FC236}">
                <a16:creationId xmlns:a16="http://schemas.microsoft.com/office/drawing/2014/main" id="{82C56AE2-E095-C2E4-0E79-3190072FEF85}"/>
              </a:ext>
            </a:extLst>
          </p:cNvPr>
          <p:cNvSpPr>
            <a:spLocks noGrp="1"/>
          </p:cNvSpPr>
          <p:nvPr>
            <p:ph type="dt" sz="half" idx="10"/>
          </p:nvPr>
        </p:nvSpPr>
        <p:spPr/>
        <p:txBody>
          <a:bodyPr/>
          <a:lstStyle/>
          <a:p>
            <a:fld id="{87B1E2A3-9EFB-4E38-9CB7-A91FB2255E9D}" type="datetime1">
              <a:t>4/17/2026</a:t>
            </a:fld>
            <a:endParaRPr lang="en-US" dirty="0"/>
          </a:p>
        </p:txBody>
      </p:sp>
      <p:sp>
        <p:nvSpPr>
          <p:cNvPr id="5" name="Footer Placeholder 4">
            <a:extLst>
              <a:ext uri="{FF2B5EF4-FFF2-40B4-BE49-F238E27FC236}">
                <a16:creationId xmlns:a16="http://schemas.microsoft.com/office/drawing/2014/main" id="{0B6AB564-4B27-57B1-F382-C6C733DFCCF0}"/>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97CAE8FB-5E5D-0C63-2474-E1D7DB637EF5}"/>
              </a:ext>
            </a:extLst>
          </p:cNvPr>
          <p:cNvSpPr>
            <a:spLocks noGrp="1"/>
          </p:cNvSpPr>
          <p:nvPr>
            <p:ph type="sldNum" sz="quarter" idx="12"/>
          </p:nvPr>
        </p:nvSpPr>
        <p:spPr/>
        <p:txBody>
          <a:bodyPr/>
          <a:lstStyle/>
          <a:p>
            <a:fld id="{E30AF5A0-43BB-4336-8627-9123B9144D80}" type="slidenum">
              <a:rPr lang="en-US" dirty="0"/>
              <a:t>10</a:t>
            </a:fld>
            <a:endParaRPr lang="en-US" dirty="0"/>
          </a:p>
        </p:txBody>
      </p:sp>
    </p:spTree>
    <p:extLst>
      <p:ext uri="{BB962C8B-B14F-4D97-AF65-F5344CB8AC3E}">
        <p14:creationId xmlns:p14="http://schemas.microsoft.com/office/powerpoint/2010/main" val="32422512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9DD19-789B-39BB-C16E-4C6BB2BB2A69}"/>
              </a:ext>
            </a:extLst>
          </p:cNvPr>
          <p:cNvSpPr>
            <a:spLocks noGrp="1"/>
          </p:cNvSpPr>
          <p:nvPr>
            <p:ph type="title"/>
          </p:nvPr>
        </p:nvSpPr>
        <p:spPr/>
        <p:txBody>
          <a:bodyPr>
            <a:normAutofit/>
          </a:bodyPr>
          <a:lstStyle/>
          <a:p>
            <a:r>
              <a:rPr lang="en-US" sz="3600" b="1">
                <a:highlight>
                  <a:srgbClr val="FFFFFF"/>
                </a:highlight>
                <a:latin typeface="Times New Roman"/>
                <a:cs typeface="Times New Roman"/>
              </a:rPr>
              <a:t>References</a:t>
            </a:r>
            <a:endParaRPr lang="en-US" sz="3600">
              <a:highlight>
                <a:srgbClr val="606060"/>
              </a:highlight>
              <a:latin typeface="Times New Roman"/>
              <a:cs typeface="Times New Roman"/>
            </a:endParaRPr>
          </a:p>
        </p:txBody>
      </p:sp>
      <p:sp>
        <p:nvSpPr>
          <p:cNvPr id="3" name="Content Placeholder 2">
            <a:extLst>
              <a:ext uri="{FF2B5EF4-FFF2-40B4-BE49-F238E27FC236}">
                <a16:creationId xmlns:a16="http://schemas.microsoft.com/office/drawing/2014/main" id="{35D58EE9-97FB-FC13-B559-A8D79C0A80E2}"/>
              </a:ext>
            </a:extLst>
          </p:cNvPr>
          <p:cNvSpPr>
            <a:spLocks noGrp="1"/>
          </p:cNvSpPr>
          <p:nvPr>
            <p:ph idx="1"/>
          </p:nvPr>
        </p:nvSpPr>
        <p:spPr>
          <a:xfrm>
            <a:off x="712541" y="2305032"/>
            <a:ext cx="10679359" cy="3314620"/>
          </a:xfrm>
        </p:spPr>
        <p:txBody>
          <a:bodyPr vert="horz" lIns="91440" tIns="45720" rIns="91440" bIns="45720" rtlCol="0" anchor="t">
            <a:normAutofit/>
          </a:bodyPr>
          <a:lstStyle/>
          <a:p>
            <a:r>
              <a:rPr lang="en-US" sz="1200" dirty="0" err="1">
                <a:highlight>
                  <a:srgbClr val="FFFFFF"/>
                </a:highlight>
                <a:latin typeface="Times New Roman"/>
                <a:cs typeface="Times New Roman"/>
              </a:rPr>
              <a:t>Çalli</a:t>
            </a:r>
            <a:r>
              <a:rPr lang="en-US" sz="1200" dirty="0">
                <a:highlight>
                  <a:srgbClr val="FFFFFF"/>
                </a:highlight>
                <a:latin typeface="Times New Roman"/>
                <a:cs typeface="Times New Roman"/>
              </a:rPr>
              <a:t>, L., &amp; Alma </a:t>
            </a:r>
            <a:r>
              <a:rPr lang="en-US" sz="1200" dirty="0" err="1">
                <a:highlight>
                  <a:srgbClr val="FFFFFF"/>
                </a:highlight>
                <a:latin typeface="Times New Roman"/>
                <a:cs typeface="Times New Roman"/>
              </a:rPr>
              <a:t>Çalli</a:t>
            </a:r>
            <a:r>
              <a:rPr lang="en-US" sz="1200" dirty="0">
                <a:highlight>
                  <a:srgbClr val="FFFFFF"/>
                </a:highlight>
                <a:latin typeface="Times New Roman"/>
                <a:cs typeface="Times New Roman"/>
              </a:rPr>
              <a:t>, B. (2025). </a:t>
            </a:r>
            <a:r>
              <a:rPr lang="en-US" sz="1200" i="1" dirty="0">
                <a:highlight>
                  <a:srgbClr val="FFFFFF"/>
                </a:highlight>
                <a:latin typeface="Times New Roman"/>
                <a:cs typeface="Times New Roman"/>
              </a:rPr>
              <a:t>Recoding reality: A case study of YouTube reactions to generative AI videos</a:t>
            </a:r>
            <a:r>
              <a:rPr lang="en-US" sz="1200" dirty="0">
                <a:highlight>
                  <a:srgbClr val="FFFFFF"/>
                </a:highlight>
                <a:latin typeface="Times New Roman"/>
                <a:cs typeface="Times New Roman"/>
              </a:rPr>
              <a:t>. MDPI.</a:t>
            </a:r>
            <a:br>
              <a:rPr lang="en-US" sz="1200" dirty="0">
                <a:highlight>
                  <a:srgbClr val="FFFFFF"/>
                </a:highlight>
                <a:latin typeface="Times New Roman"/>
                <a:cs typeface="Times New Roman"/>
              </a:rPr>
            </a:br>
            <a:r>
              <a:rPr lang="en-US" sz="1200" dirty="0">
                <a:highlight>
                  <a:srgbClr val="FFFFFF"/>
                </a:highlight>
                <a:latin typeface="Times New Roman"/>
                <a:cs typeface="Times New Roman"/>
                <a:hlinkClick r:id="rId2"/>
              </a:rPr>
              <a:t>https://www.mdpi.com/2079-8954/13/10/925</a:t>
            </a:r>
            <a:endParaRPr lang="en-US" sz="1200">
              <a:highlight>
                <a:srgbClr val="606060"/>
              </a:highlight>
              <a:latin typeface="Times New Roman"/>
              <a:cs typeface="Times New Roman"/>
            </a:endParaRPr>
          </a:p>
          <a:p>
            <a:r>
              <a:rPr lang="en-US" sz="1200">
                <a:highlight>
                  <a:srgbClr val="FFFFFF"/>
                </a:highlight>
                <a:latin typeface="Times New Roman"/>
                <a:cs typeface="Times New Roman"/>
              </a:rPr>
              <a:t>The Guardian. (2025). </a:t>
            </a:r>
            <a:r>
              <a:rPr lang="en-US" sz="1200" i="1">
                <a:highlight>
                  <a:srgbClr val="FFFFFF"/>
                </a:highlight>
                <a:latin typeface="Times New Roman"/>
                <a:cs typeface="Times New Roman"/>
              </a:rPr>
              <a:t>More than 20% of videos shown to new YouTube users are AI-generated content</a:t>
            </a:r>
            <a:r>
              <a:rPr lang="en-US" sz="1200">
                <a:highlight>
                  <a:srgbClr val="FFFFFF"/>
                </a:highlight>
                <a:latin typeface="Times New Roman"/>
                <a:cs typeface="Times New Roman"/>
              </a:rPr>
              <a:t>.</a:t>
            </a:r>
            <a:br>
              <a:rPr lang="en-US" sz="1200" dirty="0">
                <a:highlight>
                  <a:srgbClr val="FFFFFF"/>
                </a:highlight>
                <a:latin typeface="Times New Roman"/>
                <a:cs typeface="Times New Roman"/>
              </a:rPr>
            </a:br>
            <a:r>
              <a:rPr lang="en-US" sz="1200" dirty="0">
                <a:highlight>
                  <a:srgbClr val="FFFFFF"/>
                </a:highlight>
                <a:latin typeface="Times New Roman"/>
                <a:cs typeface="Times New Roman"/>
                <a:hlinkClick r:id="rId3"/>
              </a:rPr>
              <a:t>https://www.theguardian.com/technology/2025/dec/27/more-than-20-of-videos-shown-to-new-youtube-users-are-ai-slop-study-finds</a:t>
            </a:r>
            <a:endParaRPr lang="en-US" sz="1200">
              <a:highlight>
                <a:srgbClr val="606060"/>
              </a:highlight>
              <a:latin typeface="Times New Roman"/>
              <a:cs typeface="Times New Roman"/>
            </a:endParaRPr>
          </a:p>
          <a:p>
            <a:r>
              <a:rPr lang="en-US" sz="1200">
                <a:highlight>
                  <a:srgbClr val="FFFFFF"/>
                </a:highlight>
                <a:latin typeface="Times New Roman"/>
                <a:cs typeface="Times New Roman"/>
              </a:rPr>
              <a:t>OECD AI. (2026). </a:t>
            </a:r>
            <a:r>
              <a:rPr lang="en-US" sz="1200" i="1">
                <a:highlight>
                  <a:srgbClr val="FFFFFF"/>
                </a:highlight>
                <a:latin typeface="Times New Roman"/>
                <a:cs typeface="Times New Roman"/>
              </a:rPr>
              <a:t>Meta and YouTube found liable for AI-driven harm to users</a:t>
            </a:r>
            <a:r>
              <a:rPr lang="en-US" sz="1200">
                <a:highlight>
                  <a:srgbClr val="FFFFFF"/>
                </a:highlight>
                <a:latin typeface="Times New Roman"/>
                <a:cs typeface="Times New Roman"/>
              </a:rPr>
              <a:t>.</a:t>
            </a:r>
            <a:br>
              <a:rPr lang="en-US" sz="1200" dirty="0">
                <a:highlight>
                  <a:srgbClr val="FFFFFF"/>
                </a:highlight>
                <a:latin typeface="Times New Roman"/>
                <a:cs typeface="Times New Roman"/>
              </a:rPr>
            </a:br>
            <a:r>
              <a:rPr lang="en-US" sz="1200" dirty="0">
                <a:highlight>
                  <a:srgbClr val="FFFFFF"/>
                </a:highlight>
                <a:latin typeface="Times New Roman"/>
                <a:cs typeface="Times New Roman"/>
                <a:hlinkClick r:id="rId4"/>
              </a:rPr>
              <a:t>https://oecd.ai/en/incidents/2026-03-24-254e</a:t>
            </a:r>
            <a:endParaRPr lang="en-US" sz="1200">
              <a:highlight>
                <a:srgbClr val="606060"/>
              </a:highlight>
              <a:latin typeface="Times New Roman"/>
              <a:cs typeface="Times New Roman"/>
            </a:endParaRPr>
          </a:p>
          <a:p>
            <a:r>
              <a:rPr lang="en-US" sz="1200" dirty="0">
                <a:highlight>
                  <a:srgbClr val="FFFFFF"/>
                </a:highlight>
                <a:latin typeface="Times New Roman"/>
                <a:cs typeface="Times New Roman"/>
              </a:rPr>
              <a:t>Pulitzer Center. (2025). </a:t>
            </a:r>
            <a:r>
              <a:rPr lang="en-US" sz="1200" i="1" dirty="0">
                <a:highlight>
                  <a:srgbClr val="FFFFFF"/>
                </a:highlight>
                <a:latin typeface="Times New Roman"/>
                <a:cs typeface="Times New Roman"/>
              </a:rPr>
              <a:t>Meta and YouTube fail to curb AI-driven scams and misinformation</a:t>
            </a:r>
            <a:r>
              <a:rPr lang="en-US" sz="1200" dirty="0">
                <a:highlight>
                  <a:srgbClr val="FFFFFF"/>
                </a:highlight>
                <a:latin typeface="Times New Roman"/>
                <a:cs typeface="Times New Roman"/>
              </a:rPr>
              <a:t>.</a:t>
            </a:r>
            <a:br>
              <a:rPr lang="en-US" sz="1200" dirty="0">
                <a:highlight>
                  <a:srgbClr val="FFFFFF"/>
                </a:highlight>
                <a:latin typeface="Times New Roman"/>
                <a:cs typeface="Times New Roman"/>
              </a:rPr>
            </a:br>
            <a:r>
              <a:rPr lang="en-US" sz="1200" dirty="0">
                <a:highlight>
                  <a:srgbClr val="FFFFFF"/>
                </a:highlight>
                <a:latin typeface="Times New Roman"/>
                <a:cs typeface="Times New Roman"/>
                <a:hlinkClick r:id="rId5"/>
              </a:rPr>
              <a:t>https://pulitzercenter.org/node/35659</a:t>
            </a:r>
            <a:endParaRPr lang="en-US" sz="1200">
              <a:highlight>
                <a:srgbClr val="606060"/>
              </a:highlight>
              <a:latin typeface="Times New Roman"/>
              <a:cs typeface="Times New Roman"/>
            </a:endParaRPr>
          </a:p>
          <a:p>
            <a:r>
              <a:rPr lang="en-US" sz="1200" dirty="0" err="1">
                <a:highlight>
                  <a:srgbClr val="FFFFFF"/>
                </a:highlight>
                <a:latin typeface="Times New Roman"/>
                <a:cs typeface="Times New Roman"/>
              </a:rPr>
              <a:t>Drolsbach</a:t>
            </a:r>
            <a:r>
              <a:rPr lang="en-US" sz="1200" dirty="0">
                <a:highlight>
                  <a:srgbClr val="FFFFFF"/>
                </a:highlight>
                <a:latin typeface="Times New Roman"/>
                <a:cs typeface="Times New Roman"/>
              </a:rPr>
              <a:t>, C., &amp; </a:t>
            </a:r>
            <a:r>
              <a:rPr lang="en-US" sz="1200" dirty="0" err="1">
                <a:highlight>
                  <a:srgbClr val="FFFFFF"/>
                </a:highlight>
                <a:latin typeface="Times New Roman"/>
                <a:cs typeface="Times New Roman"/>
              </a:rPr>
              <a:t>Pröllochs</a:t>
            </a:r>
            <a:r>
              <a:rPr lang="en-US" sz="1200" dirty="0">
                <a:highlight>
                  <a:srgbClr val="FFFFFF"/>
                </a:highlight>
                <a:latin typeface="Times New Roman"/>
                <a:cs typeface="Times New Roman"/>
              </a:rPr>
              <a:t>, N. (2025). </a:t>
            </a:r>
            <a:r>
              <a:rPr lang="en-US" sz="1200" i="1" dirty="0">
                <a:highlight>
                  <a:srgbClr val="FFFFFF"/>
                </a:highlight>
                <a:latin typeface="Times New Roman"/>
                <a:cs typeface="Times New Roman"/>
              </a:rPr>
              <a:t>Characterizing AI-generated misinformation on social media</a:t>
            </a:r>
            <a:r>
              <a:rPr lang="en-US" sz="1200" dirty="0">
                <a:highlight>
                  <a:srgbClr val="FFFFFF"/>
                </a:highlight>
                <a:latin typeface="Times New Roman"/>
                <a:cs typeface="Times New Roman"/>
              </a:rPr>
              <a:t>.</a:t>
            </a:r>
            <a:br>
              <a:rPr lang="en-US" sz="1200" dirty="0">
                <a:highlight>
                  <a:srgbClr val="FFFFFF"/>
                </a:highlight>
                <a:latin typeface="Times New Roman"/>
                <a:cs typeface="Times New Roman"/>
              </a:rPr>
            </a:br>
            <a:r>
              <a:rPr lang="en-US" sz="1200" dirty="0">
                <a:highlight>
                  <a:srgbClr val="FFFFFF"/>
                </a:highlight>
                <a:latin typeface="Times New Roman"/>
                <a:cs typeface="Times New Roman"/>
                <a:hlinkClick r:id="rId6"/>
              </a:rPr>
              <a:t>https://arxiv.org/abs/2505.10266</a:t>
            </a:r>
            <a:endParaRPr lang="en-US" sz="1200">
              <a:highlight>
                <a:srgbClr val="606060"/>
              </a:highlight>
              <a:latin typeface="Times New Roman"/>
              <a:cs typeface="Times New Roman"/>
            </a:endParaRPr>
          </a:p>
          <a:p>
            <a:r>
              <a:rPr lang="en-US" sz="1200" dirty="0" err="1">
                <a:highlight>
                  <a:srgbClr val="FFFFFF"/>
                </a:highlight>
                <a:latin typeface="Times New Roman"/>
                <a:cs typeface="Times New Roman"/>
              </a:rPr>
              <a:t>ComplianceHub</a:t>
            </a:r>
            <a:r>
              <a:rPr lang="en-US" sz="1200" dirty="0">
                <a:highlight>
                  <a:srgbClr val="FFFFFF"/>
                </a:highlight>
                <a:latin typeface="Times New Roman"/>
                <a:cs typeface="Times New Roman"/>
              </a:rPr>
              <a:t>. (2026). </a:t>
            </a:r>
            <a:r>
              <a:rPr lang="en-US" sz="1200" i="1" dirty="0">
                <a:highlight>
                  <a:srgbClr val="FFFFFF"/>
                </a:highlight>
                <a:latin typeface="Times New Roman"/>
                <a:cs typeface="Times New Roman"/>
              </a:rPr>
              <a:t>Social media manipulation and AI-driven influence</a:t>
            </a:r>
            <a:r>
              <a:rPr lang="en-US" sz="1200" dirty="0">
                <a:highlight>
                  <a:srgbClr val="FFFFFF"/>
                </a:highlight>
                <a:latin typeface="Times New Roman"/>
                <a:cs typeface="Times New Roman"/>
              </a:rPr>
              <a:t>.</a:t>
            </a:r>
            <a:br>
              <a:rPr lang="en-US" sz="1200" dirty="0">
                <a:highlight>
                  <a:srgbClr val="FFFFFF"/>
                </a:highlight>
                <a:latin typeface="Times New Roman"/>
                <a:cs typeface="Times New Roman"/>
              </a:rPr>
            </a:br>
            <a:r>
              <a:rPr lang="en-US" sz="1200" dirty="0">
                <a:highlight>
                  <a:srgbClr val="FFFFFF"/>
                </a:highlight>
                <a:latin typeface="Times New Roman"/>
                <a:cs typeface="Times New Roman"/>
                <a:hlinkClick r:id="rId7"/>
              </a:rPr>
              <a:t>https://compliancehub.wiki/social-media-manipulation-and-the-evolution-of-synthetic-influence-2025-analysis</a:t>
            </a:r>
            <a:endParaRPr lang="en-US" sz="1200">
              <a:highlight>
                <a:srgbClr val="606060"/>
              </a:highlight>
              <a:latin typeface="Times New Roman"/>
              <a:cs typeface="Times New Roman"/>
            </a:endParaRPr>
          </a:p>
          <a:p>
            <a:endParaRPr lang="en-US" dirty="0"/>
          </a:p>
        </p:txBody>
      </p:sp>
      <p:sp>
        <p:nvSpPr>
          <p:cNvPr id="4" name="Date Placeholder 3">
            <a:extLst>
              <a:ext uri="{FF2B5EF4-FFF2-40B4-BE49-F238E27FC236}">
                <a16:creationId xmlns:a16="http://schemas.microsoft.com/office/drawing/2014/main" id="{23BAAE43-C845-CD67-610A-B0D282921057}"/>
              </a:ext>
            </a:extLst>
          </p:cNvPr>
          <p:cNvSpPr>
            <a:spLocks noGrp="1"/>
          </p:cNvSpPr>
          <p:nvPr>
            <p:ph type="dt" sz="half" idx="10"/>
          </p:nvPr>
        </p:nvSpPr>
        <p:spPr/>
        <p:txBody>
          <a:bodyPr/>
          <a:lstStyle/>
          <a:p>
            <a:fld id="{9C69A483-509A-40B8-BCAB-5D23AF7A959C}" type="datetime1">
              <a:t>4/17/2026</a:t>
            </a:fld>
            <a:endParaRPr lang="en-US" dirty="0"/>
          </a:p>
        </p:txBody>
      </p:sp>
      <p:sp>
        <p:nvSpPr>
          <p:cNvPr id="5" name="Footer Placeholder 4">
            <a:extLst>
              <a:ext uri="{FF2B5EF4-FFF2-40B4-BE49-F238E27FC236}">
                <a16:creationId xmlns:a16="http://schemas.microsoft.com/office/drawing/2014/main" id="{83391E8C-2847-A15A-E023-B1117CAA5879}"/>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99B0B86-87A4-BC62-F3B0-CFA12829277A}"/>
              </a:ext>
            </a:extLst>
          </p:cNvPr>
          <p:cNvSpPr>
            <a:spLocks noGrp="1"/>
          </p:cNvSpPr>
          <p:nvPr>
            <p:ph type="sldNum" sz="quarter" idx="12"/>
          </p:nvPr>
        </p:nvSpPr>
        <p:spPr/>
        <p:txBody>
          <a:bodyPr/>
          <a:lstStyle/>
          <a:p>
            <a:fld id="{E30AF5A0-43BB-4336-8627-9123B9144D80}" type="slidenum">
              <a:rPr lang="en-US" dirty="0"/>
              <a:t>11</a:t>
            </a:fld>
            <a:endParaRPr lang="en-US" dirty="0"/>
          </a:p>
        </p:txBody>
      </p:sp>
    </p:spTree>
    <p:extLst>
      <p:ext uri="{BB962C8B-B14F-4D97-AF65-F5344CB8AC3E}">
        <p14:creationId xmlns:p14="http://schemas.microsoft.com/office/powerpoint/2010/main" val="859855474"/>
      </p:ext>
    </p:extLst>
  </p:cSld>
  <p:clrMapOvr>
    <a:masterClrMapping/>
  </p:clrMapOvr>
</p:sld>
</file>

<file path=ppt/theme/theme1.xml><?xml version="1.0" encoding="utf-8"?>
<a:theme xmlns:a="http://schemas.openxmlformats.org/drawingml/2006/main" name="ChronicleVTI">
  <a:themeElements>
    <a:clrScheme name="ChronicleVTI">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ChronicleVTI">
      <a:majorFont>
        <a:latin typeface="Univers Condensed"/>
        <a:ea typeface=""/>
        <a:cs typeface=""/>
      </a:majorFont>
      <a:minorFont>
        <a:latin typeface="Calisto MT" panose="02040603050505030304"/>
        <a:ea typeface=""/>
        <a:cs typeface=""/>
      </a:minorFont>
    </a:fontScheme>
    <a:fmtScheme name="Chronicle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nicleVTI" id="{534FD3B1-53CD-4A5C-943C-C44DFF248C3E}" vid="{19A790DA-2E4D-4134-98A6-7DECB1A1B842}"/>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ChronicleVTI</vt:lpstr>
      <vt:lpstr>In-Depth Case Study Analysis: Abuse of AI in Social Media AI Algorithms, Advertising, and Content Manipulation on Meta and YouTube</vt:lpstr>
      <vt:lpstr>Introduction</vt:lpstr>
      <vt:lpstr>Description of the AI Technology</vt:lpstr>
      <vt:lpstr>Implementation in the Industry</vt:lpstr>
      <vt:lpstr>Benefits of AI in Social Media</vt:lpstr>
      <vt:lpstr>Challenges and Limitations</vt:lpstr>
      <vt:lpstr>Ethical Considerations</vt:lpstr>
      <vt:lpstr>Societal Impact </vt:lpstr>
      <vt:lpstr>Future Trends and Recommendations</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108</cp:revision>
  <dcterms:created xsi:type="dcterms:W3CDTF">2026-04-17T22:39:34Z</dcterms:created>
  <dcterms:modified xsi:type="dcterms:W3CDTF">2026-04-18T00:41:52Z</dcterms:modified>
</cp:coreProperties>
</file>